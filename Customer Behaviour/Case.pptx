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493" r:id="rId2"/>
    <p:sldId id="499" r:id="rId3"/>
    <p:sldId id="513" r:id="rId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680" autoAdjust="0"/>
  </p:normalViewPr>
  <p:slideViewPr>
    <p:cSldViewPr snapToGrid="0" showGuides="1">
      <p:cViewPr>
        <p:scale>
          <a:sx n="50" d="100"/>
          <a:sy n="50" d="100"/>
        </p:scale>
        <p:origin x="1862" y="182"/>
      </p:cViewPr>
      <p:guideLst>
        <p:guide orient="horz" pos="2160"/>
        <p:guide pos="3840"/>
      </p:guideLst>
    </p:cSldViewPr>
  </p:slideViewPr>
  <p:notesTextViewPr>
    <p:cViewPr>
      <p:scale>
        <a:sx n="1" d="1"/>
        <a:sy n="1" d="1"/>
      </p:scale>
      <p:origin x="0" y="0"/>
    </p:cViewPr>
  </p:notesTextViewPr>
  <p:notesViewPr>
    <p:cSldViewPr snapToGrid="0" showGuides="1">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F52E21-1AAD-4B20-88F0-D630400F1C29}" type="datetimeFigureOut">
              <a:rPr lang="es-ES" smtClean="0"/>
              <a:t>20/04/2026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119904-0AD9-4716-8499-4748A31BA59E}" type="slidenum">
              <a:rPr lang="es-ES" smtClean="0"/>
              <a:t>‹Nº›</a:t>
            </a:fld>
            <a:endParaRPr lang="es-ES"/>
          </a:p>
        </p:txBody>
      </p:sp>
    </p:spTree>
    <p:extLst>
      <p:ext uri="{BB962C8B-B14F-4D97-AF65-F5344CB8AC3E}">
        <p14:creationId xmlns:p14="http://schemas.microsoft.com/office/powerpoint/2010/main" val="158125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A921485-CC93-49B3-8CAC-EDE97C72AFAE}" type="slidenum">
              <a:rPr kumimoji="0" lang="es-E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es-E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216141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DA921485-CC93-49B3-8CAC-EDE97C72AFAE}" type="slidenum">
              <a:rPr lang="es-ES" smtClean="0"/>
              <a:t>2</a:t>
            </a:fld>
            <a:endParaRPr lang="es-ES"/>
          </a:p>
        </p:txBody>
      </p:sp>
    </p:spTree>
    <p:extLst>
      <p:ext uri="{BB962C8B-B14F-4D97-AF65-F5344CB8AC3E}">
        <p14:creationId xmlns:p14="http://schemas.microsoft.com/office/powerpoint/2010/main" val="2106631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a:p>
            <a:endParaRPr lang="en-US" dirty="0"/>
          </a:p>
        </p:txBody>
      </p:sp>
      <p:sp>
        <p:nvSpPr>
          <p:cNvPr id="4" name="Marcador de número de diapositiva 3"/>
          <p:cNvSpPr>
            <a:spLocks noGrp="1"/>
          </p:cNvSpPr>
          <p:nvPr>
            <p:ph type="sldNum" sz="quarter" idx="5"/>
          </p:nvPr>
        </p:nvSpPr>
        <p:spPr/>
        <p:txBody>
          <a:bodyPr/>
          <a:lstStyle/>
          <a:p>
            <a:fld id="{DA921485-CC93-49B3-8CAC-EDE97C72AFAE}" type="slidenum">
              <a:rPr lang="es-ES" smtClean="0"/>
              <a:t>3</a:t>
            </a:fld>
            <a:endParaRPr lang="es-ES"/>
          </a:p>
        </p:txBody>
      </p:sp>
    </p:spTree>
    <p:extLst>
      <p:ext uri="{BB962C8B-B14F-4D97-AF65-F5344CB8AC3E}">
        <p14:creationId xmlns:p14="http://schemas.microsoft.com/office/powerpoint/2010/main" val="40693417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solidFill>
          <a:srgbClr val="EF2737"/>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A445F786-9C2A-E38F-AB9E-3357E38AB90C}"/>
              </a:ext>
            </a:extLst>
          </p:cNvPr>
          <p:cNvSpPr>
            <a:spLocks noGrp="1" noRot="1" noMove="1" noResize="1" noEditPoints="1" noAdjustHandles="1" noChangeArrowheads="1" noChangeShapeType="1"/>
          </p:cNvSpPr>
          <p:nvPr>
            <p:ph type="title" hasCustomPrompt="1"/>
          </p:nvPr>
        </p:nvSpPr>
        <p:spPr>
          <a:xfrm>
            <a:off x="281986" y="1502600"/>
            <a:ext cx="9796730" cy="3636087"/>
          </a:xfrm>
          <a:prstGeom prst="rect">
            <a:avLst/>
          </a:prstGeom>
        </p:spPr>
        <p:txBody>
          <a:bodyPr anchor="ctr"/>
          <a:lstStyle>
            <a:lvl1pPr>
              <a:defRPr sz="7004" b="1">
                <a:solidFill>
                  <a:schemeClr val="bg1"/>
                </a:solidFill>
              </a:defRPr>
            </a:lvl1pPr>
          </a:lstStyle>
          <a:p>
            <a:r>
              <a:rPr lang="es-ES" dirty="0"/>
              <a:t>Título de presentación</a:t>
            </a:r>
          </a:p>
        </p:txBody>
      </p:sp>
      <p:pic>
        <p:nvPicPr>
          <p:cNvPr id="5" name="Imagen 4">
            <a:extLst>
              <a:ext uri="{FF2B5EF4-FFF2-40B4-BE49-F238E27FC236}">
                <a16:creationId xmlns:a16="http://schemas.microsoft.com/office/drawing/2014/main" id="{E5D82994-283C-1542-53A7-D7BE9E143D40}"/>
              </a:ext>
            </a:extLst>
          </p:cNvPr>
          <p:cNvPicPr>
            <a:picLocks noChangeAspect="1"/>
          </p:cNvPicPr>
          <p:nvPr userDrawn="1"/>
        </p:nvPicPr>
        <p:blipFill>
          <a:blip r:embed="rId2"/>
          <a:stretch>
            <a:fillRect/>
          </a:stretch>
        </p:blipFill>
        <p:spPr>
          <a:xfrm>
            <a:off x="272899" y="283796"/>
            <a:ext cx="2949733" cy="794592"/>
          </a:xfrm>
          <a:prstGeom prst="rect">
            <a:avLst/>
          </a:prstGeom>
        </p:spPr>
      </p:pic>
      <p:pic>
        <p:nvPicPr>
          <p:cNvPr id="6" name="Imagen 5">
            <a:extLst>
              <a:ext uri="{FF2B5EF4-FFF2-40B4-BE49-F238E27FC236}">
                <a16:creationId xmlns:a16="http://schemas.microsoft.com/office/drawing/2014/main" id="{B9787E0E-28F6-F9FF-B886-6B1E9B99A16A}"/>
              </a:ext>
            </a:extLst>
          </p:cNvPr>
          <p:cNvPicPr>
            <a:picLocks noChangeAspect="1"/>
          </p:cNvPicPr>
          <p:nvPr userDrawn="1"/>
        </p:nvPicPr>
        <p:blipFill>
          <a:blip r:embed="rId3"/>
          <a:stretch>
            <a:fillRect/>
          </a:stretch>
        </p:blipFill>
        <p:spPr>
          <a:xfrm>
            <a:off x="10261023" y="283795"/>
            <a:ext cx="1671298" cy="357287"/>
          </a:xfrm>
          <a:prstGeom prst="rect">
            <a:avLst/>
          </a:prstGeom>
        </p:spPr>
      </p:pic>
      <p:pic>
        <p:nvPicPr>
          <p:cNvPr id="7" name="Imagen 6">
            <a:extLst>
              <a:ext uri="{FF2B5EF4-FFF2-40B4-BE49-F238E27FC236}">
                <a16:creationId xmlns:a16="http://schemas.microsoft.com/office/drawing/2014/main" id="{B53DAE75-F8E6-C7F6-32E5-00E6D2F46457}"/>
              </a:ext>
            </a:extLst>
          </p:cNvPr>
          <p:cNvPicPr>
            <a:picLocks noChangeAspect="1"/>
          </p:cNvPicPr>
          <p:nvPr userDrawn="1"/>
        </p:nvPicPr>
        <p:blipFill>
          <a:blip r:embed="rId4"/>
          <a:stretch>
            <a:fillRect/>
          </a:stretch>
        </p:blipFill>
        <p:spPr>
          <a:xfrm>
            <a:off x="10994365" y="5375757"/>
            <a:ext cx="1197635" cy="1197551"/>
          </a:xfrm>
          <a:prstGeom prst="rect">
            <a:avLst/>
          </a:prstGeom>
        </p:spPr>
      </p:pic>
      <p:pic>
        <p:nvPicPr>
          <p:cNvPr id="9" name="Imagen 8">
            <a:extLst>
              <a:ext uri="{FF2B5EF4-FFF2-40B4-BE49-F238E27FC236}">
                <a16:creationId xmlns:a16="http://schemas.microsoft.com/office/drawing/2014/main" id="{31803CE7-CB6A-D34C-93F4-528AB866ED34}"/>
              </a:ext>
            </a:extLst>
          </p:cNvPr>
          <p:cNvPicPr>
            <a:picLocks noChangeAspect="1"/>
          </p:cNvPicPr>
          <p:nvPr userDrawn="1"/>
        </p:nvPicPr>
        <p:blipFill>
          <a:blip r:embed="rId5"/>
          <a:stretch>
            <a:fillRect/>
          </a:stretch>
        </p:blipFill>
        <p:spPr>
          <a:xfrm>
            <a:off x="272900" y="6380775"/>
            <a:ext cx="1871545" cy="192532"/>
          </a:xfrm>
          <a:prstGeom prst="rect">
            <a:avLst/>
          </a:prstGeom>
        </p:spPr>
      </p:pic>
    </p:spTree>
    <p:extLst>
      <p:ext uri="{BB962C8B-B14F-4D97-AF65-F5344CB8AC3E}">
        <p14:creationId xmlns:p14="http://schemas.microsoft.com/office/powerpoint/2010/main" val="237334060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
    <p:bg>
      <p:bgPr>
        <a:solidFill>
          <a:srgbClr val="E6E6E6"/>
        </a:solidFill>
        <a:effectLst/>
      </p:bgPr>
    </p:bg>
    <p:spTree>
      <p:nvGrpSpPr>
        <p:cNvPr id="1" name=""/>
        <p:cNvGrpSpPr/>
        <p:nvPr/>
      </p:nvGrpSpPr>
      <p:grpSpPr>
        <a:xfrm>
          <a:off x="0" y="0"/>
          <a:ext cx="0" cy="0"/>
          <a:chOff x="0" y="0"/>
          <a:chExt cx="0" cy="0"/>
        </a:xfrm>
      </p:grpSpPr>
      <p:sp>
        <p:nvSpPr>
          <p:cNvPr id="21" name="Marcador de contenido 20">
            <a:extLst>
              <a:ext uri="{FF2B5EF4-FFF2-40B4-BE49-F238E27FC236}">
                <a16:creationId xmlns:a16="http://schemas.microsoft.com/office/drawing/2014/main" id="{F5C649FA-8C60-A28B-7D89-AA8CFD1ECF16}"/>
              </a:ext>
            </a:extLst>
          </p:cNvPr>
          <p:cNvSpPr>
            <a:spLocks noGrp="1" noRot="1" noMove="1" noResize="1" noEditPoints="1" noAdjustHandles="1" noChangeArrowheads="1" noChangeShapeType="1"/>
          </p:cNvSpPr>
          <p:nvPr>
            <p:ph sz="quarter" idx="10" hasCustomPrompt="1"/>
          </p:nvPr>
        </p:nvSpPr>
        <p:spPr>
          <a:xfrm>
            <a:off x="592653" y="2323386"/>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31" name="Marcador de texto 30">
            <a:extLst>
              <a:ext uri="{FF2B5EF4-FFF2-40B4-BE49-F238E27FC236}">
                <a16:creationId xmlns:a16="http://schemas.microsoft.com/office/drawing/2014/main" id="{378334E7-DD74-37EE-2B83-4E2F65632666}"/>
              </a:ext>
            </a:extLst>
          </p:cNvPr>
          <p:cNvSpPr>
            <a:spLocks noGrp="1"/>
          </p:cNvSpPr>
          <p:nvPr>
            <p:ph type="body" sz="quarter" idx="14" hasCustomPrompt="1"/>
          </p:nvPr>
        </p:nvSpPr>
        <p:spPr>
          <a:xfrm>
            <a:off x="180994" y="2418320"/>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01</a:t>
            </a:r>
          </a:p>
        </p:txBody>
      </p:sp>
      <p:sp>
        <p:nvSpPr>
          <p:cNvPr id="38" name="Marcador de contenido 20">
            <a:extLst>
              <a:ext uri="{FF2B5EF4-FFF2-40B4-BE49-F238E27FC236}">
                <a16:creationId xmlns:a16="http://schemas.microsoft.com/office/drawing/2014/main" id="{E22525F7-6D1D-778B-E176-EC4083F15627}"/>
              </a:ext>
            </a:extLst>
          </p:cNvPr>
          <p:cNvSpPr>
            <a:spLocks noGrp="1" noRot="1" noMove="1" noResize="1" noEditPoints="1" noAdjustHandles="1" noChangeArrowheads="1" noChangeShapeType="1"/>
          </p:cNvSpPr>
          <p:nvPr>
            <p:ph sz="quarter" idx="16" hasCustomPrompt="1"/>
          </p:nvPr>
        </p:nvSpPr>
        <p:spPr>
          <a:xfrm>
            <a:off x="592652" y="2699459"/>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39" name="Marcador de texto 30">
            <a:extLst>
              <a:ext uri="{FF2B5EF4-FFF2-40B4-BE49-F238E27FC236}">
                <a16:creationId xmlns:a16="http://schemas.microsoft.com/office/drawing/2014/main" id="{4CB11246-753B-DC56-9EA9-FAF1C1EC108A}"/>
              </a:ext>
            </a:extLst>
          </p:cNvPr>
          <p:cNvSpPr>
            <a:spLocks noGrp="1"/>
          </p:cNvSpPr>
          <p:nvPr>
            <p:ph type="body" sz="quarter" idx="17" hasCustomPrompt="1"/>
          </p:nvPr>
        </p:nvSpPr>
        <p:spPr>
          <a:xfrm>
            <a:off x="180993" y="2794393"/>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02</a:t>
            </a:r>
          </a:p>
        </p:txBody>
      </p:sp>
      <p:sp>
        <p:nvSpPr>
          <p:cNvPr id="40" name="Marcador de contenido 20">
            <a:extLst>
              <a:ext uri="{FF2B5EF4-FFF2-40B4-BE49-F238E27FC236}">
                <a16:creationId xmlns:a16="http://schemas.microsoft.com/office/drawing/2014/main" id="{073B1725-C69B-8AE2-284E-60B5DCF8FD5C}"/>
              </a:ext>
            </a:extLst>
          </p:cNvPr>
          <p:cNvSpPr>
            <a:spLocks noGrp="1" noRot="1" noMove="1" noResize="1" noEditPoints="1" noAdjustHandles="1" noChangeArrowheads="1" noChangeShapeType="1"/>
          </p:cNvSpPr>
          <p:nvPr>
            <p:ph sz="quarter" idx="18" hasCustomPrompt="1"/>
          </p:nvPr>
        </p:nvSpPr>
        <p:spPr>
          <a:xfrm>
            <a:off x="592652" y="3075532"/>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41" name="Marcador de texto 30">
            <a:extLst>
              <a:ext uri="{FF2B5EF4-FFF2-40B4-BE49-F238E27FC236}">
                <a16:creationId xmlns:a16="http://schemas.microsoft.com/office/drawing/2014/main" id="{12788A5F-F9EC-A8E3-7802-79BEE1A2844E}"/>
              </a:ext>
            </a:extLst>
          </p:cNvPr>
          <p:cNvSpPr>
            <a:spLocks noGrp="1"/>
          </p:cNvSpPr>
          <p:nvPr>
            <p:ph type="body" sz="quarter" idx="19" hasCustomPrompt="1"/>
          </p:nvPr>
        </p:nvSpPr>
        <p:spPr>
          <a:xfrm>
            <a:off x="180993" y="3170466"/>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03</a:t>
            </a:r>
          </a:p>
        </p:txBody>
      </p:sp>
      <p:sp>
        <p:nvSpPr>
          <p:cNvPr id="42" name="Marcador de contenido 20">
            <a:extLst>
              <a:ext uri="{FF2B5EF4-FFF2-40B4-BE49-F238E27FC236}">
                <a16:creationId xmlns:a16="http://schemas.microsoft.com/office/drawing/2014/main" id="{0E9E0106-20AD-296C-11AF-664DBAF4F3FC}"/>
              </a:ext>
            </a:extLst>
          </p:cNvPr>
          <p:cNvSpPr>
            <a:spLocks noGrp="1" noRot="1" noMove="1" noResize="1" noEditPoints="1" noAdjustHandles="1" noChangeArrowheads="1" noChangeShapeType="1"/>
          </p:cNvSpPr>
          <p:nvPr>
            <p:ph sz="quarter" idx="20" hasCustomPrompt="1"/>
          </p:nvPr>
        </p:nvSpPr>
        <p:spPr>
          <a:xfrm>
            <a:off x="592652" y="3451604"/>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43" name="Marcador de texto 30">
            <a:extLst>
              <a:ext uri="{FF2B5EF4-FFF2-40B4-BE49-F238E27FC236}">
                <a16:creationId xmlns:a16="http://schemas.microsoft.com/office/drawing/2014/main" id="{79805B2F-F583-8689-CB64-7272AD206689}"/>
              </a:ext>
            </a:extLst>
          </p:cNvPr>
          <p:cNvSpPr>
            <a:spLocks noGrp="1"/>
          </p:cNvSpPr>
          <p:nvPr>
            <p:ph type="body" sz="quarter" idx="21" hasCustomPrompt="1"/>
          </p:nvPr>
        </p:nvSpPr>
        <p:spPr>
          <a:xfrm>
            <a:off x="180993" y="3546539"/>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04</a:t>
            </a:r>
          </a:p>
        </p:txBody>
      </p:sp>
      <p:sp>
        <p:nvSpPr>
          <p:cNvPr id="44" name="Marcador de contenido 20">
            <a:extLst>
              <a:ext uri="{FF2B5EF4-FFF2-40B4-BE49-F238E27FC236}">
                <a16:creationId xmlns:a16="http://schemas.microsoft.com/office/drawing/2014/main" id="{336C2A34-F495-21F8-4F97-E013C7B1F676}"/>
              </a:ext>
            </a:extLst>
          </p:cNvPr>
          <p:cNvSpPr>
            <a:spLocks noGrp="1" noRot="1" noMove="1" noResize="1" noEditPoints="1" noAdjustHandles="1" noChangeArrowheads="1" noChangeShapeType="1"/>
          </p:cNvSpPr>
          <p:nvPr>
            <p:ph sz="quarter" idx="22" hasCustomPrompt="1"/>
          </p:nvPr>
        </p:nvSpPr>
        <p:spPr>
          <a:xfrm>
            <a:off x="592652" y="3827677"/>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45" name="Marcador de texto 30">
            <a:extLst>
              <a:ext uri="{FF2B5EF4-FFF2-40B4-BE49-F238E27FC236}">
                <a16:creationId xmlns:a16="http://schemas.microsoft.com/office/drawing/2014/main" id="{F8ECFD81-C482-5B0B-FD49-1911A5E9579D}"/>
              </a:ext>
            </a:extLst>
          </p:cNvPr>
          <p:cNvSpPr>
            <a:spLocks noGrp="1"/>
          </p:cNvSpPr>
          <p:nvPr>
            <p:ph type="body" sz="quarter" idx="23" hasCustomPrompt="1"/>
          </p:nvPr>
        </p:nvSpPr>
        <p:spPr>
          <a:xfrm>
            <a:off x="180993" y="3922612"/>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05</a:t>
            </a:r>
          </a:p>
        </p:txBody>
      </p:sp>
      <p:sp>
        <p:nvSpPr>
          <p:cNvPr id="46" name="Marcador de contenido 20">
            <a:extLst>
              <a:ext uri="{FF2B5EF4-FFF2-40B4-BE49-F238E27FC236}">
                <a16:creationId xmlns:a16="http://schemas.microsoft.com/office/drawing/2014/main" id="{C3395846-FC1E-ED92-612D-0394584D57E5}"/>
              </a:ext>
            </a:extLst>
          </p:cNvPr>
          <p:cNvSpPr>
            <a:spLocks noGrp="1" noRot="1" noMove="1" noResize="1" noEditPoints="1" noAdjustHandles="1" noChangeArrowheads="1" noChangeShapeType="1"/>
          </p:cNvSpPr>
          <p:nvPr>
            <p:ph sz="quarter" idx="24" hasCustomPrompt="1"/>
          </p:nvPr>
        </p:nvSpPr>
        <p:spPr>
          <a:xfrm>
            <a:off x="592652" y="4203750"/>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47" name="Marcador de texto 30">
            <a:extLst>
              <a:ext uri="{FF2B5EF4-FFF2-40B4-BE49-F238E27FC236}">
                <a16:creationId xmlns:a16="http://schemas.microsoft.com/office/drawing/2014/main" id="{90F65059-5E1F-F32F-9DF9-F5FCA1F5050E}"/>
              </a:ext>
            </a:extLst>
          </p:cNvPr>
          <p:cNvSpPr>
            <a:spLocks noGrp="1"/>
          </p:cNvSpPr>
          <p:nvPr>
            <p:ph type="body" sz="quarter" idx="25" hasCustomPrompt="1"/>
          </p:nvPr>
        </p:nvSpPr>
        <p:spPr>
          <a:xfrm>
            <a:off x="180993" y="4298685"/>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06</a:t>
            </a:r>
          </a:p>
        </p:txBody>
      </p:sp>
      <p:sp>
        <p:nvSpPr>
          <p:cNvPr id="48" name="Marcador de contenido 20">
            <a:extLst>
              <a:ext uri="{FF2B5EF4-FFF2-40B4-BE49-F238E27FC236}">
                <a16:creationId xmlns:a16="http://schemas.microsoft.com/office/drawing/2014/main" id="{06F24224-C5FF-7B3F-8CB7-1F923C2635FA}"/>
              </a:ext>
            </a:extLst>
          </p:cNvPr>
          <p:cNvSpPr>
            <a:spLocks noGrp="1" noRot="1" noMove="1" noResize="1" noEditPoints="1" noAdjustHandles="1" noChangeArrowheads="1" noChangeShapeType="1"/>
          </p:cNvSpPr>
          <p:nvPr>
            <p:ph sz="quarter" idx="26" hasCustomPrompt="1"/>
          </p:nvPr>
        </p:nvSpPr>
        <p:spPr>
          <a:xfrm>
            <a:off x="596319" y="4579823"/>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49" name="Marcador de texto 30">
            <a:extLst>
              <a:ext uri="{FF2B5EF4-FFF2-40B4-BE49-F238E27FC236}">
                <a16:creationId xmlns:a16="http://schemas.microsoft.com/office/drawing/2014/main" id="{3205527F-F3AE-1CDE-1F27-251FB9B173A8}"/>
              </a:ext>
            </a:extLst>
          </p:cNvPr>
          <p:cNvSpPr>
            <a:spLocks noGrp="1"/>
          </p:cNvSpPr>
          <p:nvPr>
            <p:ph type="body" sz="quarter" idx="27" hasCustomPrompt="1"/>
          </p:nvPr>
        </p:nvSpPr>
        <p:spPr>
          <a:xfrm>
            <a:off x="184660" y="4674758"/>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07</a:t>
            </a:r>
          </a:p>
        </p:txBody>
      </p:sp>
      <p:sp>
        <p:nvSpPr>
          <p:cNvPr id="50" name="Marcador de contenido 20">
            <a:extLst>
              <a:ext uri="{FF2B5EF4-FFF2-40B4-BE49-F238E27FC236}">
                <a16:creationId xmlns:a16="http://schemas.microsoft.com/office/drawing/2014/main" id="{F1998BF8-4CE7-C18B-918C-EB0E8AFE258D}"/>
              </a:ext>
            </a:extLst>
          </p:cNvPr>
          <p:cNvSpPr>
            <a:spLocks noGrp="1" noRot="1" noMove="1" noResize="1" noEditPoints="1" noAdjustHandles="1" noChangeArrowheads="1" noChangeShapeType="1"/>
          </p:cNvSpPr>
          <p:nvPr>
            <p:ph sz="quarter" idx="28" hasCustomPrompt="1"/>
          </p:nvPr>
        </p:nvSpPr>
        <p:spPr>
          <a:xfrm>
            <a:off x="592652" y="4955894"/>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51" name="Marcador de texto 30">
            <a:extLst>
              <a:ext uri="{FF2B5EF4-FFF2-40B4-BE49-F238E27FC236}">
                <a16:creationId xmlns:a16="http://schemas.microsoft.com/office/drawing/2014/main" id="{2EC6B24E-805E-ABDA-2E28-D1AC27A40494}"/>
              </a:ext>
            </a:extLst>
          </p:cNvPr>
          <p:cNvSpPr>
            <a:spLocks noGrp="1"/>
          </p:cNvSpPr>
          <p:nvPr>
            <p:ph type="body" sz="quarter" idx="29" hasCustomPrompt="1"/>
          </p:nvPr>
        </p:nvSpPr>
        <p:spPr>
          <a:xfrm>
            <a:off x="180993" y="5050829"/>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08</a:t>
            </a:r>
          </a:p>
        </p:txBody>
      </p:sp>
      <p:sp>
        <p:nvSpPr>
          <p:cNvPr id="52" name="Marcador de contenido 20">
            <a:extLst>
              <a:ext uri="{FF2B5EF4-FFF2-40B4-BE49-F238E27FC236}">
                <a16:creationId xmlns:a16="http://schemas.microsoft.com/office/drawing/2014/main" id="{2E16FCD4-267D-A583-7389-95C75C7A7BC0}"/>
              </a:ext>
            </a:extLst>
          </p:cNvPr>
          <p:cNvSpPr>
            <a:spLocks noGrp="1" noRot="1" noMove="1" noResize="1" noEditPoints="1" noAdjustHandles="1" noChangeArrowheads="1" noChangeShapeType="1"/>
          </p:cNvSpPr>
          <p:nvPr>
            <p:ph sz="quarter" idx="30" hasCustomPrompt="1"/>
          </p:nvPr>
        </p:nvSpPr>
        <p:spPr>
          <a:xfrm>
            <a:off x="6657309" y="2324719"/>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53" name="Marcador de texto 30">
            <a:extLst>
              <a:ext uri="{FF2B5EF4-FFF2-40B4-BE49-F238E27FC236}">
                <a16:creationId xmlns:a16="http://schemas.microsoft.com/office/drawing/2014/main" id="{E89D44E3-74B2-D640-EAC9-59B0DF10DE28}"/>
              </a:ext>
            </a:extLst>
          </p:cNvPr>
          <p:cNvSpPr>
            <a:spLocks noGrp="1" noRot="1" noMove="1" noResize="1" noEditPoints="1" noAdjustHandles="1" noChangeArrowheads="1" noChangeShapeType="1"/>
          </p:cNvSpPr>
          <p:nvPr>
            <p:ph type="body" sz="quarter" idx="31" hasCustomPrompt="1"/>
          </p:nvPr>
        </p:nvSpPr>
        <p:spPr>
          <a:xfrm>
            <a:off x="6245650" y="2419654"/>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01</a:t>
            </a:r>
          </a:p>
        </p:txBody>
      </p:sp>
      <p:sp>
        <p:nvSpPr>
          <p:cNvPr id="54" name="Marcador de contenido 20">
            <a:extLst>
              <a:ext uri="{FF2B5EF4-FFF2-40B4-BE49-F238E27FC236}">
                <a16:creationId xmlns:a16="http://schemas.microsoft.com/office/drawing/2014/main" id="{15DAD440-9688-9630-F120-DFC64EC742E4}"/>
              </a:ext>
            </a:extLst>
          </p:cNvPr>
          <p:cNvSpPr>
            <a:spLocks noGrp="1" noRot="1" noMove="1" noResize="1" noEditPoints="1" noAdjustHandles="1" noChangeArrowheads="1" noChangeShapeType="1"/>
          </p:cNvSpPr>
          <p:nvPr>
            <p:ph sz="quarter" idx="32" hasCustomPrompt="1"/>
          </p:nvPr>
        </p:nvSpPr>
        <p:spPr>
          <a:xfrm>
            <a:off x="6657308" y="2700792"/>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55" name="Marcador de texto 30">
            <a:extLst>
              <a:ext uri="{FF2B5EF4-FFF2-40B4-BE49-F238E27FC236}">
                <a16:creationId xmlns:a16="http://schemas.microsoft.com/office/drawing/2014/main" id="{77F5D05F-F2F9-7DE0-796B-852A90F3BF0C}"/>
              </a:ext>
            </a:extLst>
          </p:cNvPr>
          <p:cNvSpPr>
            <a:spLocks noGrp="1" noRot="1" noMove="1" noResize="1" noEditPoints="1" noAdjustHandles="1" noChangeArrowheads="1" noChangeShapeType="1"/>
          </p:cNvSpPr>
          <p:nvPr>
            <p:ph type="body" sz="quarter" idx="33" hasCustomPrompt="1"/>
          </p:nvPr>
        </p:nvSpPr>
        <p:spPr>
          <a:xfrm>
            <a:off x="6245649" y="2795727"/>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02</a:t>
            </a:r>
          </a:p>
        </p:txBody>
      </p:sp>
      <p:sp>
        <p:nvSpPr>
          <p:cNvPr id="56" name="Marcador de contenido 20">
            <a:extLst>
              <a:ext uri="{FF2B5EF4-FFF2-40B4-BE49-F238E27FC236}">
                <a16:creationId xmlns:a16="http://schemas.microsoft.com/office/drawing/2014/main" id="{BBB437E9-F4B6-51E9-FF1C-B35D9FB9CB19}"/>
              </a:ext>
            </a:extLst>
          </p:cNvPr>
          <p:cNvSpPr>
            <a:spLocks noGrp="1" noRot="1" noMove="1" noResize="1" noEditPoints="1" noAdjustHandles="1" noChangeArrowheads="1" noChangeShapeType="1"/>
          </p:cNvSpPr>
          <p:nvPr>
            <p:ph sz="quarter" idx="34" hasCustomPrompt="1"/>
          </p:nvPr>
        </p:nvSpPr>
        <p:spPr>
          <a:xfrm>
            <a:off x="6657308" y="3076865"/>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57" name="Marcador de texto 30">
            <a:extLst>
              <a:ext uri="{FF2B5EF4-FFF2-40B4-BE49-F238E27FC236}">
                <a16:creationId xmlns:a16="http://schemas.microsoft.com/office/drawing/2014/main" id="{1B44A852-FE1E-8189-463F-541932660E29}"/>
              </a:ext>
            </a:extLst>
          </p:cNvPr>
          <p:cNvSpPr>
            <a:spLocks noGrp="1" noRot="1" noMove="1" noResize="1" noEditPoints="1" noAdjustHandles="1" noChangeArrowheads="1" noChangeShapeType="1"/>
          </p:cNvSpPr>
          <p:nvPr>
            <p:ph type="body" sz="quarter" idx="35" hasCustomPrompt="1"/>
          </p:nvPr>
        </p:nvSpPr>
        <p:spPr>
          <a:xfrm>
            <a:off x="6245649" y="3171800"/>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03</a:t>
            </a:r>
          </a:p>
        </p:txBody>
      </p:sp>
      <p:sp>
        <p:nvSpPr>
          <p:cNvPr id="58" name="Marcador de contenido 20">
            <a:extLst>
              <a:ext uri="{FF2B5EF4-FFF2-40B4-BE49-F238E27FC236}">
                <a16:creationId xmlns:a16="http://schemas.microsoft.com/office/drawing/2014/main" id="{6752D978-2083-B322-D715-66522CF11B45}"/>
              </a:ext>
            </a:extLst>
          </p:cNvPr>
          <p:cNvSpPr>
            <a:spLocks noGrp="1" noRot="1" noMove="1" noResize="1" noEditPoints="1" noAdjustHandles="1" noChangeArrowheads="1" noChangeShapeType="1"/>
          </p:cNvSpPr>
          <p:nvPr>
            <p:ph sz="quarter" idx="36" hasCustomPrompt="1"/>
          </p:nvPr>
        </p:nvSpPr>
        <p:spPr>
          <a:xfrm>
            <a:off x="6657308" y="3452938"/>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59" name="Marcador de texto 30">
            <a:extLst>
              <a:ext uri="{FF2B5EF4-FFF2-40B4-BE49-F238E27FC236}">
                <a16:creationId xmlns:a16="http://schemas.microsoft.com/office/drawing/2014/main" id="{28B5CC6F-6E01-58D2-9BBF-DE222C5619CE}"/>
              </a:ext>
            </a:extLst>
          </p:cNvPr>
          <p:cNvSpPr>
            <a:spLocks noGrp="1" noRot="1" noMove="1" noResize="1" noEditPoints="1" noAdjustHandles="1" noChangeArrowheads="1" noChangeShapeType="1"/>
          </p:cNvSpPr>
          <p:nvPr>
            <p:ph type="body" sz="quarter" idx="37" hasCustomPrompt="1"/>
          </p:nvPr>
        </p:nvSpPr>
        <p:spPr>
          <a:xfrm>
            <a:off x="6245649" y="3547872"/>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04</a:t>
            </a:r>
          </a:p>
        </p:txBody>
      </p:sp>
      <p:sp>
        <p:nvSpPr>
          <p:cNvPr id="60" name="Marcador de contenido 20">
            <a:extLst>
              <a:ext uri="{FF2B5EF4-FFF2-40B4-BE49-F238E27FC236}">
                <a16:creationId xmlns:a16="http://schemas.microsoft.com/office/drawing/2014/main" id="{88C136F9-117E-30C7-4763-86A7DE1A1EF5}"/>
              </a:ext>
            </a:extLst>
          </p:cNvPr>
          <p:cNvSpPr>
            <a:spLocks noGrp="1" noRot="1" noMove="1" noResize="1" noEditPoints="1" noAdjustHandles="1" noChangeArrowheads="1" noChangeShapeType="1"/>
          </p:cNvSpPr>
          <p:nvPr>
            <p:ph sz="quarter" idx="38" hasCustomPrompt="1"/>
          </p:nvPr>
        </p:nvSpPr>
        <p:spPr>
          <a:xfrm>
            <a:off x="6657308" y="3829011"/>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61" name="Marcador de texto 30">
            <a:extLst>
              <a:ext uri="{FF2B5EF4-FFF2-40B4-BE49-F238E27FC236}">
                <a16:creationId xmlns:a16="http://schemas.microsoft.com/office/drawing/2014/main" id="{D39F5243-2773-0EDC-4B59-1572EC770A0A}"/>
              </a:ext>
            </a:extLst>
          </p:cNvPr>
          <p:cNvSpPr>
            <a:spLocks noGrp="1" noRot="1" noMove="1" noResize="1" noEditPoints="1" noAdjustHandles="1" noChangeArrowheads="1" noChangeShapeType="1"/>
          </p:cNvSpPr>
          <p:nvPr>
            <p:ph type="body" sz="quarter" idx="39" hasCustomPrompt="1"/>
          </p:nvPr>
        </p:nvSpPr>
        <p:spPr>
          <a:xfrm>
            <a:off x="6245649" y="3923945"/>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05</a:t>
            </a:r>
          </a:p>
        </p:txBody>
      </p:sp>
      <p:sp>
        <p:nvSpPr>
          <p:cNvPr id="62" name="Marcador de contenido 20">
            <a:extLst>
              <a:ext uri="{FF2B5EF4-FFF2-40B4-BE49-F238E27FC236}">
                <a16:creationId xmlns:a16="http://schemas.microsoft.com/office/drawing/2014/main" id="{8A05B57B-205D-E8E0-4C2C-24BE5FBCC560}"/>
              </a:ext>
            </a:extLst>
          </p:cNvPr>
          <p:cNvSpPr>
            <a:spLocks noGrp="1" noRot="1" noMove="1" noResize="1" noEditPoints="1" noAdjustHandles="1" noChangeArrowheads="1" noChangeShapeType="1"/>
          </p:cNvSpPr>
          <p:nvPr>
            <p:ph sz="quarter" idx="40" hasCustomPrompt="1"/>
          </p:nvPr>
        </p:nvSpPr>
        <p:spPr>
          <a:xfrm>
            <a:off x="6657308" y="4205084"/>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63" name="Marcador de texto 30">
            <a:extLst>
              <a:ext uri="{FF2B5EF4-FFF2-40B4-BE49-F238E27FC236}">
                <a16:creationId xmlns:a16="http://schemas.microsoft.com/office/drawing/2014/main" id="{7D546FD6-EF9A-D61A-2738-0ADEB936F804}"/>
              </a:ext>
            </a:extLst>
          </p:cNvPr>
          <p:cNvSpPr>
            <a:spLocks noGrp="1" noRot="1" noMove="1" noResize="1" noEditPoints="1" noAdjustHandles="1" noChangeArrowheads="1" noChangeShapeType="1"/>
          </p:cNvSpPr>
          <p:nvPr>
            <p:ph type="body" sz="quarter" idx="41" hasCustomPrompt="1"/>
          </p:nvPr>
        </p:nvSpPr>
        <p:spPr>
          <a:xfrm>
            <a:off x="6245649" y="4300018"/>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06</a:t>
            </a:r>
          </a:p>
        </p:txBody>
      </p:sp>
      <p:sp>
        <p:nvSpPr>
          <p:cNvPr id="64" name="Marcador de contenido 20">
            <a:extLst>
              <a:ext uri="{FF2B5EF4-FFF2-40B4-BE49-F238E27FC236}">
                <a16:creationId xmlns:a16="http://schemas.microsoft.com/office/drawing/2014/main" id="{58DDF56F-8975-0A14-687C-1A3756BAD405}"/>
              </a:ext>
            </a:extLst>
          </p:cNvPr>
          <p:cNvSpPr>
            <a:spLocks noGrp="1" noRot="1" noMove="1" noResize="1" noEditPoints="1" noAdjustHandles="1" noChangeArrowheads="1" noChangeShapeType="1"/>
          </p:cNvSpPr>
          <p:nvPr>
            <p:ph sz="quarter" idx="42" hasCustomPrompt="1"/>
          </p:nvPr>
        </p:nvSpPr>
        <p:spPr>
          <a:xfrm>
            <a:off x="6660975" y="4581156"/>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65" name="Marcador de texto 30">
            <a:extLst>
              <a:ext uri="{FF2B5EF4-FFF2-40B4-BE49-F238E27FC236}">
                <a16:creationId xmlns:a16="http://schemas.microsoft.com/office/drawing/2014/main" id="{81D6A236-3A65-8441-B2F3-D1799F7386B7}"/>
              </a:ext>
            </a:extLst>
          </p:cNvPr>
          <p:cNvSpPr>
            <a:spLocks noGrp="1" noRot="1" noMove="1" noResize="1" noEditPoints="1" noAdjustHandles="1" noChangeArrowheads="1" noChangeShapeType="1"/>
          </p:cNvSpPr>
          <p:nvPr>
            <p:ph type="body" sz="quarter" idx="43" hasCustomPrompt="1"/>
          </p:nvPr>
        </p:nvSpPr>
        <p:spPr>
          <a:xfrm>
            <a:off x="6249316" y="4676091"/>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07</a:t>
            </a:r>
          </a:p>
        </p:txBody>
      </p:sp>
      <p:sp>
        <p:nvSpPr>
          <p:cNvPr id="66" name="Marcador de contenido 20">
            <a:extLst>
              <a:ext uri="{FF2B5EF4-FFF2-40B4-BE49-F238E27FC236}">
                <a16:creationId xmlns:a16="http://schemas.microsoft.com/office/drawing/2014/main" id="{8B5CDAD6-4472-13EC-C7EC-781E2940C145}"/>
              </a:ext>
            </a:extLst>
          </p:cNvPr>
          <p:cNvSpPr>
            <a:spLocks noGrp="1" noRot="1" noMove="1" noResize="1" noEditPoints="1" noAdjustHandles="1" noChangeArrowheads="1" noChangeShapeType="1"/>
          </p:cNvSpPr>
          <p:nvPr>
            <p:ph sz="quarter" idx="44" hasCustomPrompt="1"/>
          </p:nvPr>
        </p:nvSpPr>
        <p:spPr>
          <a:xfrm>
            <a:off x="6657308" y="4957227"/>
            <a:ext cx="5254431" cy="366290"/>
          </a:xfrm>
          <a:prstGeom prst="rect">
            <a:avLst/>
          </a:prstGeom>
        </p:spPr>
        <p:txBody>
          <a:bodyPr/>
          <a:lstStyle>
            <a:lvl1pPr>
              <a:defRPr sz="1971" b="1">
                <a:latin typeface="+mn-lt"/>
              </a:defRPr>
            </a:lvl1pPr>
            <a:lvl2pPr>
              <a:defRPr sz="1971" b="1">
                <a:latin typeface="+mn-lt"/>
              </a:defRPr>
            </a:lvl2pPr>
            <a:lvl3pPr>
              <a:defRPr sz="1971" b="1">
                <a:latin typeface="+mn-lt"/>
              </a:defRPr>
            </a:lvl3pPr>
            <a:lvl4pPr>
              <a:defRPr sz="1971" b="1">
                <a:latin typeface="+mn-lt"/>
              </a:defRPr>
            </a:lvl4pPr>
            <a:lvl5pPr>
              <a:defRPr sz="1971" b="1">
                <a:latin typeface="+mn-lt"/>
              </a:defRPr>
            </a:lvl5pPr>
          </a:lstStyle>
          <a:p>
            <a:pPr lvl="0"/>
            <a:r>
              <a:rPr lang="es-ES" dirty="0"/>
              <a:t>Título de diapositiva</a:t>
            </a:r>
          </a:p>
        </p:txBody>
      </p:sp>
      <p:sp>
        <p:nvSpPr>
          <p:cNvPr id="67" name="Marcador de texto 30">
            <a:extLst>
              <a:ext uri="{FF2B5EF4-FFF2-40B4-BE49-F238E27FC236}">
                <a16:creationId xmlns:a16="http://schemas.microsoft.com/office/drawing/2014/main" id="{D20B0560-F3BF-8399-6678-1B8B18DE5D14}"/>
              </a:ext>
            </a:extLst>
          </p:cNvPr>
          <p:cNvSpPr>
            <a:spLocks noGrp="1" noRot="1" noMove="1" noResize="1" noEditPoints="1" noAdjustHandles="1" noChangeArrowheads="1" noChangeShapeType="1"/>
          </p:cNvSpPr>
          <p:nvPr>
            <p:ph type="body" sz="quarter" idx="45" hasCustomPrompt="1"/>
          </p:nvPr>
        </p:nvSpPr>
        <p:spPr>
          <a:xfrm>
            <a:off x="6245649" y="5052162"/>
            <a:ext cx="272453" cy="176422"/>
          </a:xfrm>
          <a:prstGeom prst="rect">
            <a:avLst/>
          </a:prstGeom>
        </p:spPr>
        <p:txBody>
          <a:bodyPr anchor="ctr" anchorCtr="0"/>
          <a:lstStyle>
            <a:lvl1pPr marL="7701">
              <a:lnSpc>
                <a:spcPct val="100000"/>
              </a:lnSpc>
              <a:spcBef>
                <a:spcPts val="76"/>
              </a:spcBef>
              <a:defRPr b="1" i="0" baseline="0">
                <a:solidFill>
                  <a:srgbClr val="EF2737"/>
                </a:solidFill>
                <a:latin typeface="Arial" panose="020B0604020202020204" pitchFamily="34" charset="0"/>
                <a:cs typeface="Arial" panose="020B0604020202020204" pitchFamily="34" charset="0"/>
              </a:defRPr>
            </a:lvl1pPr>
          </a:lstStyle>
          <a:p>
            <a:pPr marL="12700">
              <a:lnSpc>
                <a:spcPct val="100000"/>
              </a:lnSpc>
              <a:spcBef>
                <a:spcPts val="125"/>
              </a:spcBef>
            </a:pPr>
            <a:r>
              <a:rPr lang="es-ES" sz="1092" b="1" spc="-15" dirty="0">
                <a:solidFill>
                  <a:srgbClr val="EE2737"/>
                </a:solidFill>
                <a:latin typeface="Arial"/>
                <a:cs typeface="Arial"/>
              </a:rPr>
              <a:t>08</a:t>
            </a:r>
          </a:p>
        </p:txBody>
      </p:sp>
      <p:pic>
        <p:nvPicPr>
          <p:cNvPr id="6" name="Imagen 5">
            <a:extLst>
              <a:ext uri="{FF2B5EF4-FFF2-40B4-BE49-F238E27FC236}">
                <a16:creationId xmlns:a16="http://schemas.microsoft.com/office/drawing/2014/main" id="{FFA4B260-D9B6-35D5-F800-B5A9E7104311}"/>
              </a:ext>
            </a:extLst>
          </p:cNvPr>
          <p:cNvPicPr>
            <a:picLocks noChangeAspect="1"/>
          </p:cNvPicPr>
          <p:nvPr userDrawn="1"/>
        </p:nvPicPr>
        <p:blipFill>
          <a:blip r:embed="rId2"/>
          <a:stretch>
            <a:fillRect/>
          </a:stretch>
        </p:blipFill>
        <p:spPr>
          <a:xfrm>
            <a:off x="272900" y="6380775"/>
            <a:ext cx="1871545" cy="192532"/>
          </a:xfrm>
          <a:prstGeom prst="rect">
            <a:avLst/>
          </a:prstGeom>
        </p:spPr>
      </p:pic>
      <p:pic>
        <p:nvPicPr>
          <p:cNvPr id="7" name="Imagen 6">
            <a:extLst>
              <a:ext uri="{FF2B5EF4-FFF2-40B4-BE49-F238E27FC236}">
                <a16:creationId xmlns:a16="http://schemas.microsoft.com/office/drawing/2014/main" id="{43556B85-2233-2C57-F33C-2DB71FF1482F}"/>
              </a:ext>
            </a:extLst>
          </p:cNvPr>
          <p:cNvPicPr>
            <a:picLocks noChangeAspect="1"/>
          </p:cNvPicPr>
          <p:nvPr userDrawn="1"/>
        </p:nvPicPr>
        <p:blipFill>
          <a:blip r:embed="rId3"/>
          <a:stretch>
            <a:fillRect/>
          </a:stretch>
        </p:blipFill>
        <p:spPr>
          <a:xfrm>
            <a:off x="273415" y="284693"/>
            <a:ext cx="1932147" cy="519426"/>
          </a:xfrm>
          <a:prstGeom prst="rect">
            <a:avLst/>
          </a:prstGeom>
        </p:spPr>
      </p:pic>
      <p:sp>
        <p:nvSpPr>
          <p:cNvPr id="5" name="Título 4">
            <a:extLst>
              <a:ext uri="{FF2B5EF4-FFF2-40B4-BE49-F238E27FC236}">
                <a16:creationId xmlns:a16="http://schemas.microsoft.com/office/drawing/2014/main" id="{E7889270-43DE-C257-4F01-644D72E0AECB}"/>
              </a:ext>
            </a:extLst>
          </p:cNvPr>
          <p:cNvSpPr>
            <a:spLocks noGrp="1"/>
          </p:cNvSpPr>
          <p:nvPr>
            <p:ph type="title" hasCustomPrompt="1"/>
          </p:nvPr>
        </p:nvSpPr>
        <p:spPr>
          <a:xfrm>
            <a:off x="197856" y="1214400"/>
            <a:ext cx="5667089" cy="366290"/>
          </a:xfrm>
          <a:prstGeom prst="rect">
            <a:avLst/>
          </a:prstGeom>
        </p:spPr>
        <p:txBody>
          <a:bodyPr/>
          <a:lstStyle>
            <a:lvl1pPr>
              <a:defRPr sz="2183" b="1" baseline="0">
                <a:solidFill>
                  <a:srgbClr val="EF2737"/>
                </a:solidFill>
              </a:defRPr>
            </a:lvl1pPr>
          </a:lstStyle>
          <a:p>
            <a:r>
              <a:rPr lang="es-ES" dirty="0"/>
              <a:t>Índice</a:t>
            </a:r>
          </a:p>
        </p:txBody>
      </p:sp>
    </p:spTree>
    <p:extLst>
      <p:ext uri="{BB962C8B-B14F-4D97-AF65-F5344CB8AC3E}">
        <p14:creationId xmlns:p14="http://schemas.microsoft.com/office/powerpoint/2010/main" val="42520778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ILLA (fondo rojo)">
    <p:bg>
      <p:bgPr>
        <a:solidFill>
          <a:srgbClr val="EF2737"/>
        </a:solidFill>
        <a:effectLst/>
      </p:bgPr>
    </p:bg>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91F1B180-87D6-08BC-57E6-1AE7659E7C7F}"/>
              </a:ext>
            </a:extLst>
          </p:cNvPr>
          <p:cNvSpPr>
            <a:spLocks noGrp="1" noRot="1" noMove="1" noResize="1" noEditPoints="1" noAdjustHandles="1" noChangeArrowheads="1" noChangeShapeType="1"/>
          </p:cNvSpPr>
          <p:nvPr>
            <p:ph type="body" sz="quarter" idx="11"/>
          </p:nvPr>
        </p:nvSpPr>
        <p:spPr>
          <a:xfrm>
            <a:off x="8545183" y="2821079"/>
            <a:ext cx="3419613" cy="1062778"/>
          </a:xfrm>
          <a:prstGeom prst="rect">
            <a:avLst/>
          </a:prstGeom>
        </p:spPr>
        <p:txBody>
          <a:bodyPr/>
          <a:lstStyle>
            <a:lvl1pPr>
              <a:defRPr sz="1122">
                <a:solidFill>
                  <a:srgbClr val="FFFFFF"/>
                </a:solidFill>
              </a:defRPr>
            </a:lvl1pPr>
          </a:lstStyle>
          <a:p>
            <a:pPr lvl="0"/>
            <a:r>
              <a:rPr lang="es-ES"/>
              <a:t>Editar los estilos de texto del patrón</a:t>
            </a:r>
          </a:p>
        </p:txBody>
      </p:sp>
      <p:sp>
        <p:nvSpPr>
          <p:cNvPr id="15" name="Título 14">
            <a:extLst>
              <a:ext uri="{FF2B5EF4-FFF2-40B4-BE49-F238E27FC236}">
                <a16:creationId xmlns:a16="http://schemas.microsoft.com/office/drawing/2014/main" id="{898C8B9D-1CFB-37C3-3CCF-8F0064A13FD1}"/>
              </a:ext>
            </a:extLst>
          </p:cNvPr>
          <p:cNvSpPr>
            <a:spLocks noGrp="1" noRot="1" noMove="1" noResize="1" noEditPoints="1" noAdjustHandles="1" noChangeArrowheads="1" noChangeShapeType="1"/>
          </p:cNvSpPr>
          <p:nvPr>
            <p:ph type="title" hasCustomPrompt="1"/>
          </p:nvPr>
        </p:nvSpPr>
        <p:spPr>
          <a:xfrm>
            <a:off x="1613534" y="2689675"/>
            <a:ext cx="5072619" cy="2619652"/>
          </a:xfrm>
          <a:prstGeom prst="rect">
            <a:avLst/>
          </a:prstGeom>
        </p:spPr>
        <p:txBody>
          <a:bodyPr/>
          <a:lstStyle>
            <a:lvl1pPr>
              <a:lnSpc>
                <a:spcPts val="4124"/>
              </a:lnSpc>
              <a:defRPr sz="4305" b="1">
                <a:solidFill>
                  <a:srgbClr val="FFFFFF"/>
                </a:solidFill>
              </a:defRPr>
            </a:lvl1pPr>
          </a:lstStyle>
          <a:p>
            <a:r>
              <a:rPr lang="es-ES" dirty="0"/>
              <a:t>Portadilla</a:t>
            </a:r>
            <a:br>
              <a:rPr lang="es-ES" dirty="0"/>
            </a:br>
            <a:r>
              <a:rPr lang="es-ES" dirty="0"/>
              <a:t>de capítulo</a:t>
            </a:r>
          </a:p>
        </p:txBody>
      </p:sp>
      <p:sp>
        <p:nvSpPr>
          <p:cNvPr id="14" name="Marcador de texto 13">
            <a:extLst>
              <a:ext uri="{FF2B5EF4-FFF2-40B4-BE49-F238E27FC236}">
                <a16:creationId xmlns:a16="http://schemas.microsoft.com/office/drawing/2014/main" id="{A9797ED5-2432-B894-2FAD-0CC68233CB8B}"/>
              </a:ext>
            </a:extLst>
          </p:cNvPr>
          <p:cNvSpPr>
            <a:spLocks noGrp="1" noRot="1" noMove="1" noResize="1" noEditPoints="1" noAdjustHandles="1" noChangeArrowheads="1" noChangeShapeType="1"/>
          </p:cNvSpPr>
          <p:nvPr>
            <p:ph type="body" sz="quarter" idx="10" hasCustomPrompt="1"/>
          </p:nvPr>
        </p:nvSpPr>
        <p:spPr>
          <a:xfrm>
            <a:off x="227204" y="2690985"/>
            <a:ext cx="924220" cy="554493"/>
          </a:xfrm>
          <a:prstGeom prst="rect">
            <a:avLst/>
          </a:prstGeom>
        </p:spPr>
        <p:txBody>
          <a:bodyPr/>
          <a:lstStyle>
            <a:lvl1pPr>
              <a:lnSpc>
                <a:spcPts val="4124"/>
              </a:lnSpc>
              <a:defRPr sz="4305" b="1" spc="-182" baseline="0">
                <a:solidFill>
                  <a:srgbClr val="FFFFFF"/>
                </a:solidFill>
              </a:defRPr>
            </a:lvl1pPr>
          </a:lstStyle>
          <a:p>
            <a:pPr lvl="0"/>
            <a:r>
              <a:rPr lang="es-ES" dirty="0"/>
              <a:t>01.</a:t>
            </a:r>
          </a:p>
        </p:txBody>
      </p:sp>
      <p:pic>
        <p:nvPicPr>
          <p:cNvPr id="2" name="Imagen 1">
            <a:extLst>
              <a:ext uri="{FF2B5EF4-FFF2-40B4-BE49-F238E27FC236}">
                <a16:creationId xmlns:a16="http://schemas.microsoft.com/office/drawing/2014/main" id="{3881C92B-A3C6-BB0D-4D3B-C2365082306B}"/>
              </a:ext>
            </a:extLst>
          </p:cNvPr>
          <p:cNvPicPr>
            <a:picLocks noChangeAspect="1"/>
          </p:cNvPicPr>
          <p:nvPr userDrawn="1"/>
        </p:nvPicPr>
        <p:blipFill>
          <a:blip r:embed="rId2"/>
          <a:stretch>
            <a:fillRect/>
          </a:stretch>
        </p:blipFill>
        <p:spPr>
          <a:xfrm>
            <a:off x="272900" y="6380775"/>
            <a:ext cx="1871545" cy="192532"/>
          </a:xfrm>
          <a:prstGeom prst="rect">
            <a:avLst/>
          </a:prstGeom>
        </p:spPr>
      </p:pic>
      <p:pic>
        <p:nvPicPr>
          <p:cNvPr id="3" name="Imagen 2">
            <a:extLst>
              <a:ext uri="{FF2B5EF4-FFF2-40B4-BE49-F238E27FC236}">
                <a16:creationId xmlns:a16="http://schemas.microsoft.com/office/drawing/2014/main" id="{AD489372-794A-2FD3-6174-F6C98A807062}"/>
              </a:ext>
            </a:extLst>
          </p:cNvPr>
          <p:cNvPicPr>
            <a:picLocks noChangeAspect="1"/>
          </p:cNvPicPr>
          <p:nvPr userDrawn="1"/>
        </p:nvPicPr>
        <p:blipFill>
          <a:blip r:embed="rId3"/>
          <a:stretch>
            <a:fillRect/>
          </a:stretch>
        </p:blipFill>
        <p:spPr>
          <a:xfrm>
            <a:off x="272900" y="284693"/>
            <a:ext cx="1930908" cy="520143"/>
          </a:xfrm>
          <a:prstGeom prst="rect">
            <a:avLst/>
          </a:prstGeom>
        </p:spPr>
      </p:pic>
    </p:spTree>
    <p:extLst>
      <p:ext uri="{BB962C8B-B14F-4D97-AF65-F5344CB8AC3E}">
        <p14:creationId xmlns:p14="http://schemas.microsoft.com/office/powerpoint/2010/main" val="106511063"/>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ILLA (fondo gris)">
    <p:bg>
      <p:bgPr>
        <a:solidFill>
          <a:srgbClr val="E6E6E6"/>
        </a:solidFill>
        <a:effectLst/>
      </p:bgPr>
    </p:bg>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91F1B180-87D6-08BC-57E6-1AE7659E7C7F}"/>
              </a:ext>
            </a:extLst>
          </p:cNvPr>
          <p:cNvSpPr>
            <a:spLocks noGrp="1" noRot="1" noMove="1" noResize="1" noEditPoints="1" noAdjustHandles="1" noChangeArrowheads="1" noChangeShapeType="1"/>
          </p:cNvSpPr>
          <p:nvPr>
            <p:ph type="body" sz="quarter" idx="11"/>
          </p:nvPr>
        </p:nvSpPr>
        <p:spPr>
          <a:xfrm>
            <a:off x="8545183" y="2821079"/>
            <a:ext cx="3419613" cy="1062778"/>
          </a:xfrm>
          <a:prstGeom prst="rect">
            <a:avLst/>
          </a:prstGeom>
        </p:spPr>
        <p:txBody>
          <a:bodyPr/>
          <a:lstStyle>
            <a:lvl1pPr>
              <a:defRPr sz="1122">
                <a:solidFill>
                  <a:srgbClr val="262929"/>
                </a:solidFill>
              </a:defRPr>
            </a:lvl1pPr>
          </a:lstStyle>
          <a:p>
            <a:pPr lvl="0"/>
            <a:r>
              <a:rPr lang="es-ES"/>
              <a:t>Editar los estilos de texto del patrón</a:t>
            </a:r>
          </a:p>
        </p:txBody>
      </p:sp>
      <p:sp>
        <p:nvSpPr>
          <p:cNvPr id="15" name="Título 14">
            <a:extLst>
              <a:ext uri="{FF2B5EF4-FFF2-40B4-BE49-F238E27FC236}">
                <a16:creationId xmlns:a16="http://schemas.microsoft.com/office/drawing/2014/main" id="{898C8B9D-1CFB-37C3-3CCF-8F0064A13FD1}"/>
              </a:ext>
            </a:extLst>
          </p:cNvPr>
          <p:cNvSpPr>
            <a:spLocks noGrp="1" noRot="1" noMove="1" noResize="1" noEditPoints="1" noAdjustHandles="1" noChangeArrowheads="1" noChangeShapeType="1"/>
          </p:cNvSpPr>
          <p:nvPr>
            <p:ph type="title" hasCustomPrompt="1"/>
          </p:nvPr>
        </p:nvSpPr>
        <p:spPr>
          <a:xfrm>
            <a:off x="1613534" y="2689676"/>
            <a:ext cx="5072619" cy="2619652"/>
          </a:xfrm>
          <a:prstGeom prst="rect">
            <a:avLst/>
          </a:prstGeom>
        </p:spPr>
        <p:txBody>
          <a:bodyPr/>
          <a:lstStyle>
            <a:lvl1pPr>
              <a:lnSpc>
                <a:spcPts val="4124"/>
              </a:lnSpc>
              <a:defRPr sz="4305" b="1">
                <a:solidFill>
                  <a:srgbClr val="EF2737"/>
                </a:solidFill>
              </a:defRPr>
            </a:lvl1pPr>
          </a:lstStyle>
          <a:p>
            <a:r>
              <a:rPr lang="es-ES" dirty="0"/>
              <a:t>Portadilla</a:t>
            </a:r>
            <a:br>
              <a:rPr lang="es-ES" dirty="0"/>
            </a:br>
            <a:r>
              <a:rPr lang="es-ES" dirty="0"/>
              <a:t>de capítulo</a:t>
            </a:r>
          </a:p>
        </p:txBody>
      </p:sp>
      <p:sp>
        <p:nvSpPr>
          <p:cNvPr id="14" name="Marcador de texto 13">
            <a:extLst>
              <a:ext uri="{FF2B5EF4-FFF2-40B4-BE49-F238E27FC236}">
                <a16:creationId xmlns:a16="http://schemas.microsoft.com/office/drawing/2014/main" id="{A9797ED5-2432-B894-2FAD-0CC68233CB8B}"/>
              </a:ext>
            </a:extLst>
          </p:cNvPr>
          <p:cNvSpPr>
            <a:spLocks noGrp="1" noRot="1" noMove="1" noResize="1" noEditPoints="1" noAdjustHandles="1" noChangeArrowheads="1" noChangeShapeType="1"/>
          </p:cNvSpPr>
          <p:nvPr>
            <p:ph type="body" sz="quarter" idx="10" hasCustomPrompt="1"/>
          </p:nvPr>
        </p:nvSpPr>
        <p:spPr>
          <a:xfrm>
            <a:off x="227204" y="2690985"/>
            <a:ext cx="924220" cy="554493"/>
          </a:xfrm>
          <a:prstGeom prst="rect">
            <a:avLst/>
          </a:prstGeom>
        </p:spPr>
        <p:txBody>
          <a:bodyPr/>
          <a:lstStyle>
            <a:lvl1pPr>
              <a:lnSpc>
                <a:spcPts val="4124"/>
              </a:lnSpc>
              <a:defRPr sz="4305" b="1" spc="-182" baseline="0">
                <a:solidFill>
                  <a:srgbClr val="EF2737"/>
                </a:solidFill>
              </a:defRPr>
            </a:lvl1pPr>
          </a:lstStyle>
          <a:p>
            <a:pPr lvl="0"/>
            <a:r>
              <a:rPr lang="es-ES" dirty="0"/>
              <a:t>01.</a:t>
            </a:r>
          </a:p>
        </p:txBody>
      </p:sp>
      <p:pic>
        <p:nvPicPr>
          <p:cNvPr id="2" name="Imagen 1">
            <a:extLst>
              <a:ext uri="{FF2B5EF4-FFF2-40B4-BE49-F238E27FC236}">
                <a16:creationId xmlns:a16="http://schemas.microsoft.com/office/drawing/2014/main" id="{46BF6381-92D9-4273-C0D3-945B780F2D8C}"/>
              </a:ext>
            </a:extLst>
          </p:cNvPr>
          <p:cNvPicPr>
            <a:picLocks noChangeAspect="1"/>
          </p:cNvPicPr>
          <p:nvPr userDrawn="1"/>
        </p:nvPicPr>
        <p:blipFill>
          <a:blip r:embed="rId2"/>
          <a:stretch>
            <a:fillRect/>
          </a:stretch>
        </p:blipFill>
        <p:spPr>
          <a:xfrm>
            <a:off x="272900" y="6380775"/>
            <a:ext cx="1871545" cy="192532"/>
          </a:xfrm>
          <a:prstGeom prst="rect">
            <a:avLst/>
          </a:prstGeom>
        </p:spPr>
      </p:pic>
      <p:pic>
        <p:nvPicPr>
          <p:cNvPr id="3" name="Imagen 2">
            <a:extLst>
              <a:ext uri="{FF2B5EF4-FFF2-40B4-BE49-F238E27FC236}">
                <a16:creationId xmlns:a16="http://schemas.microsoft.com/office/drawing/2014/main" id="{9228BBB0-F596-F5FB-2765-418D1E154B4F}"/>
              </a:ext>
            </a:extLst>
          </p:cNvPr>
          <p:cNvPicPr>
            <a:picLocks noChangeAspect="1"/>
          </p:cNvPicPr>
          <p:nvPr userDrawn="1"/>
        </p:nvPicPr>
        <p:blipFill>
          <a:blip r:embed="rId3"/>
          <a:stretch>
            <a:fillRect/>
          </a:stretch>
        </p:blipFill>
        <p:spPr>
          <a:xfrm>
            <a:off x="272900" y="284693"/>
            <a:ext cx="1932147" cy="519426"/>
          </a:xfrm>
          <a:prstGeom prst="rect">
            <a:avLst/>
          </a:prstGeom>
        </p:spPr>
      </p:pic>
    </p:spTree>
    <p:extLst>
      <p:ext uri="{BB962C8B-B14F-4D97-AF65-F5344CB8AC3E}">
        <p14:creationId xmlns:p14="http://schemas.microsoft.com/office/powerpoint/2010/main" val="2320331054"/>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ILLA (fondo negro)">
    <p:bg>
      <p:bgPr>
        <a:solidFill>
          <a:srgbClr val="262929"/>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A683218-748D-EDF6-7F56-C2F752D6DEF8}"/>
              </a:ext>
            </a:extLst>
          </p:cNvPr>
          <p:cNvPicPr>
            <a:picLocks noChangeAspect="1"/>
          </p:cNvPicPr>
          <p:nvPr userDrawn="1"/>
        </p:nvPicPr>
        <p:blipFill>
          <a:blip r:embed="rId2"/>
          <a:stretch>
            <a:fillRect/>
          </a:stretch>
        </p:blipFill>
        <p:spPr>
          <a:xfrm>
            <a:off x="272900" y="284692"/>
            <a:ext cx="1939460" cy="521392"/>
          </a:xfrm>
          <a:prstGeom prst="rect">
            <a:avLst/>
          </a:prstGeom>
        </p:spPr>
      </p:pic>
      <p:sp>
        <p:nvSpPr>
          <p:cNvPr id="18" name="Marcador de texto 17">
            <a:extLst>
              <a:ext uri="{FF2B5EF4-FFF2-40B4-BE49-F238E27FC236}">
                <a16:creationId xmlns:a16="http://schemas.microsoft.com/office/drawing/2014/main" id="{91F1B180-87D6-08BC-57E6-1AE7659E7C7F}"/>
              </a:ext>
            </a:extLst>
          </p:cNvPr>
          <p:cNvSpPr>
            <a:spLocks noGrp="1" noRot="1" noMove="1" noResize="1" noEditPoints="1" noAdjustHandles="1" noChangeArrowheads="1" noChangeShapeType="1"/>
          </p:cNvSpPr>
          <p:nvPr>
            <p:ph type="body" sz="quarter" idx="11"/>
          </p:nvPr>
        </p:nvSpPr>
        <p:spPr>
          <a:xfrm>
            <a:off x="8545183" y="2821079"/>
            <a:ext cx="3419613" cy="1062778"/>
          </a:xfrm>
          <a:prstGeom prst="rect">
            <a:avLst/>
          </a:prstGeom>
        </p:spPr>
        <p:txBody>
          <a:bodyPr/>
          <a:lstStyle>
            <a:lvl1pPr>
              <a:defRPr sz="1122">
                <a:solidFill>
                  <a:srgbClr val="FFFFFF"/>
                </a:solidFill>
              </a:defRPr>
            </a:lvl1pPr>
          </a:lstStyle>
          <a:p>
            <a:pPr lvl="0"/>
            <a:r>
              <a:rPr lang="es-ES"/>
              <a:t>Editar los estilos de texto del patrón</a:t>
            </a:r>
          </a:p>
        </p:txBody>
      </p:sp>
      <p:sp>
        <p:nvSpPr>
          <p:cNvPr id="15" name="Título 14">
            <a:extLst>
              <a:ext uri="{FF2B5EF4-FFF2-40B4-BE49-F238E27FC236}">
                <a16:creationId xmlns:a16="http://schemas.microsoft.com/office/drawing/2014/main" id="{898C8B9D-1CFB-37C3-3CCF-8F0064A13FD1}"/>
              </a:ext>
            </a:extLst>
          </p:cNvPr>
          <p:cNvSpPr>
            <a:spLocks noGrp="1" noRot="1" noMove="1" noResize="1" noEditPoints="1" noAdjustHandles="1" noChangeArrowheads="1" noChangeShapeType="1"/>
          </p:cNvSpPr>
          <p:nvPr>
            <p:ph type="title" hasCustomPrompt="1"/>
          </p:nvPr>
        </p:nvSpPr>
        <p:spPr>
          <a:xfrm>
            <a:off x="1613534" y="2689675"/>
            <a:ext cx="5072619" cy="2619652"/>
          </a:xfrm>
          <a:prstGeom prst="rect">
            <a:avLst/>
          </a:prstGeom>
        </p:spPr>
        <p:txBody>
          <a:bodyPr/>
          <a:lstStyle>
            <a:lvl1pPr>
              <a:lnSpc>
                <a:spcPts val="4124"/>
              </a:lnSpc>
              <a:defRPr sz="4305" b="1">
                <a:solidFill>
                  <a:srgbClr val="EF2737"/>
                </a:solidFill>
              </a:defRPr>
            </a:lvl1pPr>
          </a:lstStyle>
          <a:p>
            <a:r>
              <a:rPr lang="es-ES" dirty="0"/>
              <a:t>Portadilla</a:t>
            </a:r>
            <a:br>
              <a:rPr lang="es-ES" dirty="0"/>
            </a:br>
            <a:r>
              <a:rPr lang="es-ES" dirty="0"/>
              <a:t>de capítulo</a:t>
            </a:r>
          </a:p>
        </p:txBody>
      </p:sp>
      <p:sp>
        <p:nvSpPr>
          <p:cNvPr id="14" name="Marcador de texto 13">
            <a:extLst>
              <a:ext uri="{FF2B5EF4-FFF2-40B4-BE49-F238E27FC236}">
                <a16:creationId xmlns:a16="http://schemas.microsoft.com/office/drawing/2014/main" id="{A9797ED5-2432-B894-2FAD-0CC68233CB8B}"/>
              </a:ext>
            </a:extLst>
          </p:cNvPr>
          <p:cNvSpPr>
            <a:spLocks noGrp="1" noRot="1" noMove="1" noResize="1" noEditPoints="1" noAdjustHandles="1" noChangeArrowheads="1" noChangeShapeType="1"/>
          </p:cNvSpPr>
          <p:nvPr>
            <p:ph type="body" sz="quarter" idx="10" hasCustomPrompt="1"/>
          </p:nvPr>
        </p:nvSpPr>
        <p:spPr>
          <a:xfrm>
            <a:off x="227204" y="2690985"/>
            <a:ext cx="924220" cy="554493"/>
          </a:xfrm>
          <a:prstGeom prst="rect">
            <a:avLst/>
          </a:prstGeom>
        </p:spPr>
        <p:txBody>
          <a:bodyPr/>
          <a:lstStyle>
            <a:lvl1pPr>
              <a:lnSpc>
                <a:spcPts val="4124"/>
              </a:lnSpc>
              <a:defRPr sz="4305" b="1" spc="-182" baseline="0">
                <a:solidFill>
                  <a:srgbClr val="EF2737"/>
                </a:solidFill>
              </a:defRPr>
            </a:lvl1pPr>
          </a:lstStyle>
          <a:p>
            <a:pPr lvl="0"/>
            <a:r>
              <a:rPr lang="es-ES" dirty="0"/>
              <a:t>01.</a:t>
            </a:r>
          </a:p>
        </p:txBody>
      </p:sp>
      <p:pic>
        <p:nvPicPr>
          <p:cNvPr id="4" name="Imagen 3">
            <a:extLst>
              <a:ext uri="{FF2B5EF4-FFF2-40B4-BE49-F238E27FC236}">
                <a16:creationId xmlns:a16="http://schemas.microsoft.com/office/drawing/2014/main" id="{EEA964E1-5E9C-7984-BD7C-5CF1E2C96552}"/>
              </a:ext>
            </a:extLst>
          </p:cNvPr>
          <p:cNvPicPr>
            <a:picLocks noChangeAspect="1"/>
          </p:cNvPicPr>
          <p:nvPr userDrawn="1"/>
        </p:nvPicPr>
        <p:blipFill>
          <a:blip r:embed="rId3"/>
          <a:stretch>
            <a:fillRect/>
          </a:stretch>
        </p:blipFill>
        <p:spPr>
          <a:xfrm>
            <a:off x="272900" y="6380775"/>
            <a:ext cx="1871545" cy="192532"/>
          </a:xfrm>
          <a:prstGeom prst="rect">
            <a:avLst/>
          </a:prstGeom>
        </p:spPr>
      </p:pic>
    </p:spTree>
    <p:extLst>
      <p:ext uri="{BB962C8B-B14F-4D97-AF65-F5344CB8AC3E}">
        <p14:creationId xmlns:p14="http://schemas.microsoft.com/office/powerpoint/2010/main" val="2001923601"/>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o grande (fondo negro) ">
    <p:bg>
      <p:bgPr>
        <a:solidFill>
          <a:srgbClr val="262929"/>
        </a:solidFill>
        <a:effectLst/>
      </p:bgPr>
    </p:bg>
    <p:spTree>
      <p:nvGrpSpPr>
        <p:cNvPr id="1" name=""/>
        <p:cNvGrpSpPr/>
        <p:nvPr/>
      </p:nvGrpSpPr>
      <p:grpSpPr>
        <a:xfrm>
          <a:off x="0" y="0"/>
          <a:ext cx="0" cy="0"/>
          <a:chOff x="0" y="0"/>
          <a:chExt cx="0" cy="0"/>
        </a:xfrm>
      </p:grpSpPr>
      <p:sp>
        <p:nvSpPr>
          <p:cNvPr id="2" name="Título 14">
            <a:extLst>
              <a:ext uri="{FF2B5EF4-FFF2-40B4-BE49-F238E27FC236}">
                <a16:creationId xmlns:a16="http://schemas.microsoft.com/office/drawing/2014/main" id="{D30A7F41-4FC0-04A5-4A94-6E28B18BC921}"/>
              </a:ext>
            </a:extLst>
          </p:cNvPr>
          <p:cNvSpPr>
            <a:spLocks noGrp="1" noRot="1" noMove="1" noResize="1" noEditPoints="1" noAdjustHandles="1" noChangeArrowheads="1" noChangeShapeType="1"/>
          </p:cNvSpPr>
          <p:nvPr>
            <p:ph type="title" hasCustomPrompt="1"/>
          </p:nvPr>
        </p:nvSpPr>
        <p:spPr>
          <a:xfrm>
            <a:off x="214699" y="1111793"/>
            <a:ext cx="10178924" cy="4978687"/>
          </a:xfrm>
          <a:prstGeom prst="rect">
            <a:avLst/>
          </a:prstGeom>
        </p:spPr>
        <p:txBody>
          <a:bodyPr anchor="ctr"/>
          <a:lstStyle>
            <a:lvl1pPr>
              <a:lnSpc>
                <a:spcPts val="5583"/>
              </a:lnSpc>
              <a:defRPr sz="5185" b="1" spc="-61" baseline="0">
                <a:solidFill>
                  <a:srgbClr val="E3E3E1"/>
                </a:solidFill>
              </a:defRPr>
            </a:lvl1pPr>
          </a:lstStyle>
          <a:p>
            <a:r>
              <a:rPr lang="es-ES" dirty="0" err="1"/>
              <a:t>Tibus</a:t>
            </a:r>
            <a:r>
              <a:rPr lang="es-ES" dirty="0"/>
              <a:t> </a:t>
            </a:r>
            <a:r>
              <a:rPr lang="es-ES" dirty="0" err="1"/>
              <a:t>evelibus</a:t>
            </a:r>
            <a:r>
              <a:rPr lang="es-ES" dirty="0"/>
              <a:t> rem et as des</a:t>
            </a:r>
            <a:br>
              <a:rPr lang="es-ES" dirty="0"/>
            </a:br>
            <a:r>
              <a:rPr lang="es-ES" dirty="0"/>
              <a:t>et quia </a:t>
            </a:r>
            <a:r>
              <a:rPr lang="es-ES" dirty="0" err="1"/>
              <a:t>santionseque</a:t>
            </a:r>
            <a:r>
              <a:rPr lang="es-ES" dirty="0"/>
              <a:t> </a:t>
            </a:r>
            <a:r>
              <a:rPr lang="es-ES" dirty="0" err="1"/>
              <a:t>preiur</a:t>
            </a:r>
            <a:br>
              <a:rPr lang="es-ES" dirty="0"/>
            </a:br>
            <a:r>
              <a:rPr lang="es-ES" dirty="0" err="1"/>
              <a:t>alitatem</a:t>
            </a:r>
            <a:r>
              <a:rPr lang="es-ES" dirty="0"/>
              <a:t> </a:t>
            </a:r>
            <a:r>
              <a:rPr lang="es-ES" dirty="0" err="1"/>
              <a:t>vollore</a:t>
            </a:r>
            <a:r>
              <a:rPr lang="es-ES" dirty="0"/>
              <a:t> </a:t>
            </a:r>
            <a:r>
              <a:rPr lang="es-ES" dirty="0" err="1"/>
              <a:t>pra</a:t>
            </a:r>
            <a:r>
              <a:rPr lang="es-ES" dirty="0"/>
              <a:t> </a:t>
            </a:r>
            <a:r>
              <a:rPr lang="es-ES" dirty="0" err="1"/>
              <a:t>doles</a:t>
            </a:r>
            <a:r>
              <a:rPr lang="es-ES" dirty="0"/>
              <a:t> </a:t>
            </a:r>
            <a:r>
              <a:rPr lang="es-ES" dirty="0" err="1"/>
              <a:t>natur</a:t>
            </a:r>
            <a:r>
              <a:rPr lang="es-ES" dirty="0"/>
              <a:t>, </a:t>
            </a:r>
            <a:r>
              <a:rPr lang="es-ES" dirty="0" err="1"/>
              <a:t>nihicae</a:t>
            </a:r>
            <a:r>
              <a:rPr lang="es-ES" dirty="0"/>
              <a:t>. </a:t>
            </a:r>
            <a:r>
              <a:rPr lang="es-ES" dirty="0" err="1"/>
              <a:t>Occusam</a:t>
            </a:r>
            <a:r>
              <a:rPr lang="es-ES" dirty="0"/>
              <a:t> que </a:t>
            </a:r>
            <a:r>
              <a:rPr lang="es-ES" dirty="0" err="1"/>
              <a:t>aut</a:t>
            </a:r>
            <a:r>
              <a:rPr lang="es-ES" dirty="0"/>
              <a:t> </a:t>
            </a:r>
            <a:r>
              <a:rPr lang="es-ES" dirty="0" err="1"/>
              <a:t>voloritateni</a:t>
            </a:r>
            <a:r>
              <a:rPr lang="es-ES" dirty="0"/>
              <a:t> que </a:t>
            </a:r>
            <a:r>
              <a:rPr lang="es-ES" dirty="0" err="1"/>
              <a:t>dendige</a:t>
            </a:r>
            <a:r>
              <a:rPr lang="es-ES" dirty="0"/>
              <a:t> </a:t>
            </a:r>
            <a:r>
              <a:rPr lang="es-ES" dirty="0" err="1"/>
              <a:t>ndip</a:t>
            </a:r>
            <a:r>
              <a:rPr lang="es-ES" dirty="0"/>
              <a:t>.</a:t>
            </a:r>
          </a:p>
        </p:txBody>
      </p:sp>
      <p:pic>
        <p:nvPicPr>
          <p:cNvPr id="5" name="Imagen 4">
            <a:extLst>
              <a:ext uri="{FF2B5EF4-FFF2-40B4-BE49-F238E27FC236}">
                <a16:creationId xmlns:a16="http://schemas.microsoft.com/office/drawing/2014/main" id="{63AAA609-C87A-2A36-2798-6AD335DFE8A5}"/>
              </a:ext>
            </a:extLst>
          </p:cNvPr>
          <p:cNvPicPr>
            <a:picLocks noChangeAspect="1"/>
          </p:cNvPicPr>
          <p:nvPr userDrawn="1"/>
        </p:nvPicPr>
        <p:blipFill>
          <a:blip r:embed="rId2"/>
          <a:stretch>
            <a:fillRect/>
          </a:stretch>
        </p:blipFill>
        <p:spPr>
          <a:xfrm>
            <a:off x="273415" y="284692"/>
            <a:ext cx="1939460" cy="521392"/>
          </a:xfrm>
          <a:prstGeom prst="rect">
            <a:avLst/>
          </a:prstGeom>
        </p:spPr>
      </p:pic>
    </p:spTree>
    <p:extLst>
      <p:ext uri="{BB962C8B-B14F-4D97-AF65-F5344CB8AC3E}">
        <p14:creationId xmlns:p14="http://schemas.microsoft.com/office/powerpoint/2010/main" val="3987351836"/>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ido + imagen (fondo blanco)">
    <p:bg>
      <p:bgPr>
        <a:solidFill>
          <a:srgbClr val="FFFFFF"/>
        </a:solid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6BA39464-44F8-1E0F-443E-9C7A5513D7F1}"/>
              </a:ext>
            </a:extLst>
          </p:cNvPr>
          <p:cNvSpPr>
            <a:spLocks noGrp="1" noRot="1" noMove="1" noResize="1" noEditPoints="1" noAdjustHandles="1" noChangeArrowheads="1" noChangeShapeType="1"/>
          </p:cNvSpPr>
          <p:nvPr>
            <p:ph type="body" sz="quarter" idx="11"/>
          </p:nvPr>
        </p:nvSpPr>
        <p:spPr>
          <a:xfrm>
            <a:off x="227204" y="2755001"/>
            <a:ext cx="4621827" cy="2125556"/>
          </a:xfrm>
          <a:prstGeom prst="rect">
            <a:avLst/>
          </a:prstGeom>
        </p:spPr>
        <p:txBody>
          <a:bodyPr/>
          <a:lstStyle>
            <a:lvl1pPr>
              <a:lnSpc>
                <a:spcPts val="1832"/>
              </a:lnSpc>
              <a:defRPr sz="1486"/>
            </a:lvl1pPr>
          </a:lstStyle>
          <a:p>
            <a:pPr lvl="0"/>
            <a:r>
              <a:rPr lang="es-ES"/>
              <a:t>Editar los estilos de texto del patrón</a:t>
            </a:r>
          </a:p>
        </p:txBody>
      </p:sp>
      <p:sp>
        <p:nvSpPr>
          <p:cNvPr id="17" name="Título 16">
            <a:extLst>
              <a:ext uri="{FF2B5EF4-FFF2-40B4-BE49-F238E27FC236}">
                <a16:creationId xmlns:a16="http://schemas.microsoft.com/office/drawing/2014/main" id="{5227FEA8-DFF9-0709-750D-DF6617F985C3}"/>
              </a:ext>
            </a:extLst>
          </p:cNvPr>
          <p:cNvSpPr>
            <a:spLocks noGrp="1" noRot="1" noMove="1" noResize="1" noEditPoints="1" noAdjustHandles="1" noChangeArrowheads="1" noChangeShapeType="1"/>
          </p:cNvSpPr>
          <p:nvPr>
            <p:ph type="title" hasCustomPrompt="1"/>
          </p:nvPr>
        </p:nvSpPr>
        <p:spPr>
          <a:xfrm>
            <a:off x="227205" y="1719314"/>
            <a:ext cx="3087564" cy="889286"/>
          </a:xfrm>
          <a:prstGeom prst="rect">
            <a:avLst/>
          </a:prstGeom>
        </p:spPr>
        <p:txBody>
          <a:bodyPr/>
          <a:lstStyle>
            <a:lvl1pPr>
              <a:lnSpc>
                <a:spcPts val="3396"/>
              </a:lnSpc>
              <a:defRPr sz="3487" b="1" spc="-61" baseline="0">
                <a:solidFill>
                  <a:srgbClr val="262929"/>
                </a:solidFill>
              </a:defRPr>
            </a:lvl1pPr>
          </a:lstStyle>
          <a:p>
            <a:r>
              <a:rPr lang="es-ES" dirty="0"/>
              <a:t>Titular</a:t>
            </a:r>
            <a:br>
              <a:rPr lang="es-ES" dirty="0"/>
            </a:br>
            <a:r>
              <a:rPr lang="es-ES" dirty="0"/>
              <a:t>dos líneas</a:t>
            </a:r>
          </a:p>
        </p:txBody>
      </p:sp>
      <p:sp>
        <p:nvSpPr>
          <p:cNvPr id="22" name="Marcador de posición de imagen 5">
            <a:extLst>
              <a:ext uri="{FF2B5EF4-FFF2-40B4-BE49-F238E27FC236}">
                <a16:creationId xmlns:a16="http://schemas.microsoft.com/office/drawing/2014/main" id="{9A030710-693E-FCEB-A047-95AA3D257CC6}"/>
              </a:ext>
            </a:extLst>
          </p:cNvPr>
          <p:cNvSpPr>
            <a:spLocks noGrp="1"/>
          </p:cNvSpPr>
          <p:nvPr>
            <p:ph type="pic" sz="quarter" idx="10"/>
          </p:nvPr>
        </p:nvSpPr>
        <p:spPr>
          <a:xfrm>
            <a:off x="6096000" y="285911"/>
            <a:ext cx="5868796" cy="6287141"/>
          </a:xfrm>
          <a:prstGeom prst="rect">
            <a:avLst/>
          </a:prstGeom>
          <a:solidFill>
            <a:srgbClr val="262929"/>
          </a:solidFill>
        </p:spPr>
        <p:txBody>
          <a:bodyPr/>
          <a:lstStyle/>
          <a:p>
            <a:r>
              <a:rPr lang="es-ES"/>
              <a:t>Haga clic en el icono para agregar una imagen</a:t>
            </a:r>
            <a:endParaRPr lang="es-ES" dirty="0"/>
          </a:p>
        </p:txBody>
      </p:sp>
      <p:pic>
        <p:nvPicPr>
          <p:cNvPr id="3" name="Imagen 2">
            <a:extLst>
              <a:ext uri="{FF2B5EF4-FFF2-40B4-BE49-F238E27FC236}">
                <a16:creationId xmlns:a16="http://schemas.microsoft.com/office/drawing/2014/main" id="{D14492CD-C4CA-6EBD-CAB2-49031BECC67F}"/>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2242582152"/>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es columnas + nums + título + text (fondo blanco)">
    <p:bg>
      <p:bgPr>
        <a:solidFill>
          <a:srgbClr val="FFFFFF"/>
        </a:solidFill>
        <a:effectLst/>
      </p:bgPr>
    </p:bg>
    <p:spTree>
      <p:nvGrpSpPr>
        <p:cNvPr id="1" name=""/>
        <p:cNvGrpSpPr/>
        <p:nvPr/>
      </p:nvGrpSpPr>
      <p:grpSpPr>
        <a:xfrm>
          <a:off x="0" y="0"/>
          <a:ext cx="0" cy="0"/>
          <a:chOff x="0" y="0"/>
          <a:chExt cx="0" cy="0"/>
        </a:xfrm>
      </p:grpSpPr>
      <p:sp>
        <p:nvSpPr>
          <p:cNvPr id="14" name="Marcador de texto 12">
            <a:extLst>
              <a:ext uri="{FF2B5EF4-FFF2-40B4-BE49-F238E27FC236}">
                <a16:creationId xmlns:a16="http://schemas.microsoft.com/office/drawing/2014/main" id="{217C27DD-4346-5B65-C9EC-1EC1AC8CC736}"/>
              </a:ext>
            </a:extLst>
          </p:cNvPr>
          <p:cNvSpPr>
            <a:spLocks noGrp="1" noRot="1" noMove="1" noResize="1" noEditPoints="1" noAdjustHandles="1" noChangeArrowheads="1" noChangeShapeType="1"/>
          </p:cNvSpPr>
          <p:nvPr>
            <p:ph type="body" sz="quarter" idx="11" hasCustomPrompt="1"/>
          </p:nvPr>
        </p:nvSpPr>
        <p:spPr>
          <a:xfrm>
            <a:off x="1163207" y="2422193"/>
            <a:ext cx="2310550" cy="821976"/>
          </a:xfrm>
          <a:prstGeom prst="rect">
            <a:avLst/>
          </a:prstGeom>
        </p:spPr>
        <p:txBody>
          <a:bodyPr/>
          <a:lstStyle>
            <a:lvl1pPr algn="ctr">
              <a:lnSpc>
                <a:spcPts val="3214"/>
              </a:lnSpc>
              <a:defRPr sz="3305" b="1">
                <a:solidFill>
                  <a:srgbClr val="262929"/>
                </a:solidFill>
                <a:latin typeface="+mn-lt"/>
              </a:defRPr>
            </a:lvl1pPr>
          </a:lstStyle>
          <a:p>
            <a:pPr lvl="0"/>
            <a:r>
              <a:rPr lang="es-ES" dirty="0"/>
              <a:t>Titular</a:t>
            </a:r>
            <a:br>
              <a:rPr lang="es-ES" dirty="0"/>
            </a:br>
            <a:r>
              <a:rPr lang="es-ES" dirty="0"/>
              <a:t>dos líneas</a:t>
            </a:r>
          </a:p>
        </p:txBody>
      </p:sp>
      <p:sp>
        <p:nvSpPr>
          <p:cNvPr id="20" name="Marcador de texto 12">
            <a:extLst>
              <a:ext uri="{FF2B5EF4-FFF2-40B4-BE49-F238E27FC236}">
                <a16:creationId xmlns:a16="http://schemas.microsoft.com/office/drawing/2014/main" id="{ACD33E43-7BF5-9A02-1720-36BBC4978600}"/>
              </a:ext>
            </a:extLst>
          </p:cNvPr>
          <p:cNvSpPr>
            <a:spLocks noGrp="1" noRot="1" noMove="1" noResize="1" noEditPoints="1" noAdjustHandles="1" noChangeArrowheads="1" noChangeShapeType="1"/>
          </p:cNvSpPr>
          <p:nvPr>
            <p:ph type="body" sz="quarter" idx="17" hasCustomPrompt="1"/>
          </p:nvPr>
        </p:nvSpPr>
        <p:spPr>
          <a:xfrm>
            <a:off x="8719003" y="2427531"/>
            <a:ext cx="2310550" cy="821976"/>
          </a:xfrm>
          <a:prstGeom prst="rect">
            <a:avLst/>
          </a:prstGeom>
        </p:spPr>
        <p:txBody>
          <a:bodyPr/>
          <a:lstStyle>
            <a:lvl1pPr algn="ctr">
              <a:lnSpc>
                <a:spcPts val="3214"/>
              </a:lnSpc>
              <a:defRPr sz="3305" b="1">
                <a:solidFill>
                  <a:srgbClr val="262929"/>
                </a:solidFill>
                <a:latin typeface="+mn-lt"/>
              </a:defRPr>
            </a:lvl1pPr>
          </a:lstStyle>
          <a:p>
            <a:pPr lvl="0"/>
            <a:r>
              <a:rPr lang="es-ES" dirty="0"/>
              <a:t>Titular</a:t>
            </a:r>
            <a:br>
              <a:rPr lang="es-ES" dirty="0"/>
            </a:br>
            <a:r>
              <a:rPr lang="es-ES" dirty="0"/>
              <a:t>dos líneas</a:t>
            </a:r>
          </a:p>
        </p:txBody>
      </p:sp>
      <p:sp>
        <p:nvSpPr>
          <p:cNvPr id="17" name="Marcador de texto 12">
            <a:extLst>
              <a:ext uri="{FF2B5EF4-FFF2-40B4-BE49-F238E27FC236}">
                <a16:creationId xmlns:a16="http://schemas.microsoft.com/office/drawing/2014/main" id="{32648294-C6D3-C3DB-1C6F-CA1FAD2F9541}"/>
              </a:ext>
            </a:extLst>
          </p:cNvPr>
          <p:cNvSpPr>
            <a:spLocks noGrp="1" noRot="1" noMove="1" noResize="1" noEditPoints="1" noAdjustHandles="1" noChangeArrowheads="1" noChangeShapeType="1"/>
          </p:cNvSpPr>
          <p:nvPr>
            <p:ph type="body" sz="quarter" idx="14" hasCustomPrompt="1"/>
          </p:nvPr>
        </p:nvSpPr>
        <p:spPr>
          <a:xfrm>
            <a:off x="4875618" y="2422193"/>
            <a:ext cx="2310550" cy="821976"/>
          </a:xfrm>
          <a:prstGeom prst="rect">
            <a:avLst/>
          </a:prstGeom>
        </p:spPr>
        <p:txBody>
          <a:bodyPr/>
          <a:lstStyle>
            <a:lvl1pPr algn="ctr">
              <a:lnSpc>
                <a:spcPts val="3214"/>
              </a:lnSpc>
              <a:defRPr sz="3305" b="1">
                <a:solidFill>
                  <a:srgbClr val="262929"/>
                </a:solidFill>
                <a:latin typeface="+mn-lt"/>
              </a:defRPr>
            </a:lvl1pPr>
          </a:lstStyle>
          <a:p>
            <a:pPr lvl="0"/>
            <a:r>
              <a:rPr lang="es-ES" dirty="0"/>
              <a:t>Titular</a:t>
            </a:r>
            <a:br>
              <a:rPr lang="es-ES" dirty="0"/>
            </a:br>
            <a:r>
              <a:rPr lang="es-ES" dirty="0"/>
              <a:t>dos líneas</a:t>
            </a:r>
          </a:p>
        </p:txBody>
      </p:sp>
      <p:sp>
        <p:nvSpPr>
          <p:cNvPr id="19" name="Marcador de texto 12">
            <a:extLst>
              <a:ext uri="{FF2B5EF4-FFF2-40B4-BE49-F238E27FC236}">
                <a16:creationId xmlns:a16="http://schemas.microsoft.com/office/drawing/2014/main" id="{35F4979C-0445-879A-19E6-0B341C1A2329}"/>
              </a:ext>
            </a:extLst>
          </p:cNvPr>
          <p:cNvSpPr>
            <a:spLocks noGrp="1" noRot="1" noMove="1" noResize="1" noEditPoints="1" noAdjustHandles="1" noChangeArrowheads="1" noChangeShapeType="1"/>
          </p:cNvSpPr>
          <p:nvPr>
            <p:ph type="body" sz="quarter" idx="16" hasCustomPrompt="1"/>
          </p:nvPr>
        </p:nvSpPr>
        <p:spPr>
          <a:xfrm>
            <a:off x="8719003" y="1457168"/>
            <a:ext cx="2310550" cy="821976"/>
          </a:xfrm>
          <a:prstGeom prst="rect">
            <a:avLst/>
          </a:prstGeom>
        </p:spPr>
        <p:txBody>
          <a:bodyPr/>
          <a:lstStyle>
            <a:lvl1pPr algn="ctr">
              <a:defRPr sz="5336">
                <a:solidFill>
                  <a:srgbClr val="EF2737"/>
                </a:solidFill>
                <a:latin typeface="Arial Black" panose="020B0A04020102020204" pitchFamily="34" charset="0"/>
              </a:defRPr>
            </a:lvl1pPr>
          </a:lstStyle>
          <a:p>
            <a:pPr lvl="0"/>
            <a:r>
              <a:rPr lang="es-ES" dirty="0"/>
              <a:t>03</a:t>
            </a:r>
          </a:p>
        </p:txBody>
      </p:sp>
      <p:sp>
        <p:nvSpPr>
          <p:cNvPr id="16" name="Marcador de texto 12">
            <a:extLst>
              <a:ext uri="{FF2B5EF4-FFF2-40B4-BE49-F238E27FC236}">
                <a16:creationId xmlns:a16="http://schemas.microsoft.com/office/drawing/2014/main" id="{60A2D4AA-A619-F53B-17DF-59811CA97A70}"/>
              </a:ext>
            </a:extLst>
          </p:cNvPr>
          <p:cNvSpPr>
            <a:spLocks noGrp="1" noRot="1" noMove="1" noResize="1" noEditPoints="1" noAdjustHandles="1" noChangeArrowheads="1" noChangeShapeType="1"/>
          </p:cNvSpPr>
          <p:nvPr>
            <p:ph type="body" sz="quarter" idx="13" hasCustomPrompt="1"/>
          </p:nvPr>
        </p:nvSpPr>
        <p:spPr>
          <a:xfrm>
            <a:off x="4875618" y="1451831"/>
            <a:ext cx="2310550" cy="821976"/>
          </a:xfrm>
          <a:prstGeom prst="rect">
            <a:avLst/>
          </a:prstGeom>
        </p:spPr>
        <p:txBody>
          <a:bodyPr/>
          <a:lstStyle>
            <a:lvl1pPr algn="ctr">
              <a:defRPr sz="5336">
                <a:solidFill>
                  <a:srgbClr val="EF2737"/>
                </a:solidFill>
                <a:latin typeface="Arial Black" panose="020B0A04020102020204" pitchFamily="34" charset="0"/>
              </a:defRPr>
            </a:lvl1pPr>
          </a:lstStyle>
          <a:p>
            <a:pPr lvl="0"/>
            <a:r>
              <a:rPr lang="es-ES" dirty="0"/>
              <a:t>02</a:t>
            </a:r>
          </a:p>
        </p:txBody>
      </p:sp>
      <p:sp>
        <p:nvSpPr>
          <p:cNvPr id="13" name="Marcador de texto 12">
            <a:extLst>
              <a:ext uri="{FF2B5EF4-FFF2-40B4-BE49-F238E27FC236}">
                <a16:creationId xmlns:a16="http://schemas.microsoft.com/office/drawing/2014/main" id="{EFEB81E6-9757-3CAD-8371-F96886C02346}"/>
              </a:ext>
            </a:extLst>
          </p:cNvPr>
          <p:cNvSpPr>
            <a:spLocks noGrp="1" noRot="1" noMove="1" noResize="1" noEditPoints="1" noAdjustHandles="1" noChangeArrowheads="1" noChangeShapeType="1"/>
          </p:cNvSpPr>
          <p:nvPr>
            <p:ph type="body" sz="quarter" idx="10" hasCustomPrompt="1"/>
          </p:nvPr>
        </p:nvSpPr>
        <p:spPr>
          <a:xfrm>
            <a:off x="1163207" y="1451831"/>
            <a:ext cx="2310550" cy="821976"/>
          </a:xfrm>
          <a:prstGeom prst="rect">
            <a:avLst/>
          </a:prstGeom>
        </p:spPr>
        <p:txBody>
          <a:bodyPr/>
          <a:lstStyle>
            <a:lvl1pPr algn="ctr">
              <a:defRPr sz="5336">
                <a:solidFill>
                  <a:srgbClr val="EF2737"/>
                </a:solidFill>
                <a:latin typeface="Arial Black" panose="020B0A04020102020204" pitchFamily="34" charset="0"/>
              </a:defRPr>
            </a:lvl1pPr>
          </a:lstStyle>
          <a:p>
            <a:pPr lvl="0"/>
            <a:r>
              <a:rPr lang="es-ES" dirty="0"/>
              <a:t>01</a:t>
            </a:r>
          </a:p>
        </p:txBody>
      </p:sp>
      <p:sp>
        <p:nvSpPr>
          <p:cNvPr id="15" name="Marcador de texto 12">
            <a:extLst>
              <a:ext uri="{FF2B5EF4-FFF2-40B4-BE49-F238E27FC236}">
                <a16:creationId xmlns:a16="http://schemas.microsoft.com/office/drawing/2014/main" id="{FFB51217-937C-DCDF-D87E-C831CEB7735C}"/>
              </a:ext>
            </a:extLst>
          </p:cNvPr>
          <p:cNvSpPr>
            <a:spLocks noGrp="1" noRot="1" noMove="1" noResize="1" noEditPoints="1" noAdjustHandles="1" noChangeArrowheads="1" noChangeShapeType="1"/>
          </p:cNvSpPr>
          <p:nvPr>
            <p:ph type="body" sz="quarter" idx="12" hasCustomPrompt="1"/>
          </p:nvPr>
        </p:nvSpPr>
        <p:spPr>
          <a:xfrm>
            <a:off x="943938" y="3438840"/>
            <a:ext cx="2749091" cy="2069509"/>
          </a:xfrm>
          <a:prstGeom prst="rect">
            <a:avLst/>
          </a:prstGeom>
        </p:spPr>
        <p:txBody>
          <a:bodyPr/>
          <a:lstStyle>
            <a:lvl1pPr algn="ctr">
              <a:lnSpc>
                <a:spcPct val="100000"/>
              </a:lnSpc>
              <a:defRPr sz="1546"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sp>
        <p:nvSpPr>
          <p:cNvPr id="18" name="Marcador de texto 12">
            <a:extLst>
              <a:ext uri="{FF2B5EF4-FFF2-40B4-BE49-F238E27FC236}">
                <a16:creationId xmlns:a16="http://schemas.microsoft.com/office/drawing/2014/main" id="{97D57403-F4CF-0AB7-6FF3-A4B8822997F9}"/>
              </a:ext>
            </a:extLst>
          </p:cNvPr>
          <p:cNvSpPr>
            <a:spLocks noGrp="1" noRot="1" noMove="1" noResize="1" noEditPoints="1" noAdjustHandles="1" noChangeArrowheads="1" noChangeShapeType="1"/>
          </p:cNvSpPr>
          <p:nvPr>
            <p:ph type="body" sz="quarter" idx="15" hasCustomPrompt="1"/>
          </p:nvPr>
        </p:nvSpPr>
        <p:spPr>
          <a:xfrm>
            <a:off x="4656349" y="3438840"/>
            <a:ext cx="2749091" cy="2069509"/>
          </a:xfrm>
          <a:prstGeom prst="rect">
            <a:avLst/>
          </a:prstGeom>
        </p:spPr>
        <p:txBody>
          <a:bodyPr/>
          <a:lstStyle>
            <a:lvl1pPr algn="ctr">
              <a:lnSpc>
                <a:spcPct val="100000"/>
              </a:lnSpc>
              <a:defRPr sz="1546"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sp>
        <p:nvSpPr>
          <p:cNvPr id="21" name="Marcador de texto 12">
            <a:extLst>
              <a:ext uri="{FF2B5EF4-FFF2-40B4-BE49-F238E27FC236}">
                <a16:creationId xmlns:a16="http://schemas.microsoft.com/office/drawing/2014/main" id="{A853F576-134F-25B3-8D61-9E3FBC869537}"/>
              </a:ext>
            </a:extLst>
          </p:cNvPr>
          <p:cNvSpPr>
            <a:spLocks noGrp="1" noRot="1" noMove="1" noResize="1" noEditPoints="1" noAdjustHandles="1" noChangeArrowheads="1" noChangeShapeType="1"/>
          </p:cNvSpPr>
          <p:nvPr>
            <p:ph type="body" sz="quarter" idx="18" hasCustomPrompt="1"/>
          </p:nvPr>
        </p:nvSpPr>
        <p:spPr>
          <a:xfrm>
            <a:off x="8499733" y="3444178"/>
            <a:ext cx="2749091" cy="2069509"/>
          </a:xfrm>
          <a:prstGeom prst="rect">
            <a:avLst/>
          </a:prstGeom>
        </p:spPr>
        <p:txBody>
          <a:bodyPr/>
          <a:lstStyle>
            <a:lvl1pPr algn="ctr">
              <a:lnSpc>
                <a:spcPct val="100000"/>
              </a:lnSpc>
              <a:defRPr sz="1546"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pic>
        <p:nvPicPr>
          <p:cNvPr id="3" name="Imagen 2">
            <a:extLst>
              <a:ext uri="{FF2B5EF4-FFF2-40B4-BE49-F238E27FC236}">
                <a16:creationId xmlns:a16="http://schemas.microsoft.com/office/drawing/2014/main" id="{D1280155-EE35-DE38-CD01-98B52AE41C85}"/>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3161779325"/>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o grande (fondo blanco)">
    <p:bg>
      <p:bgPr>
        <a:solidFill>
          <a:srgbClr val="FFFFFF"/>
        </a:solidFill>
        <a:effectLst/>
      </p:bgPr>
    </p:bg>
    <p:spTree>
      <p:nvGrpSpPr>
        <p:cNvPr id="1" name=""/>
        <p:cNvGrpSpPr/>
        <p:nvPr/>
      </p:nvGrpSpPr>
      <p:grpSpPr>
        <a:xfrm>
          <a:off x="0" y="0"/>
          <a:ext cx="0" cy="0"/>
          <a:chOff x="0" y="0"/>
          <a:chExt cx="0" cy="0"/>
        </a:xfrm>
      </p:grpSpPr>
      <p:sp>
        <p:nvSpPr>
          <p:cNvPr id="2" name="Título 14">
            <a:extLst>
              <a:ext uri="{FF2B5EF4-FFF2-40B4-BE49-F238E27FC236}">
                <a16:creationId xmlns:a16="http://schemas.microsoft.com/office/drawing/2014/main" id="{D30A7F41-4FC0-04A5-4A94-6E28B18BC921}"/>
              </a:ext>
            </a:extLst>
          </p:cNvPr>
          <p:cNvSpPr>
            <a:spLocks noGrp="1" noRot="1" noMove="1" noResize="1" noEditPoints="1" noAdjustHandles="1" noChangeArrowheads="1" noChangeShapeType="1"/>
          </p:cNvSpPr>
          <p:nvPr>
            <p:ph type="title" hasCustomPrompt="1"/>
          </p:nvPr>
        </p:nvSpPr>
        <p:spPr>
          <a:xfrm>
            <a:off x="214699" y="1111793"/>
            <a:ext cx="9855447" cy="4978687"/>
          </a:xfrm>
          <a:prstGeom prst="rect">
            <a:avLst/>
          </a:prstGeom>
        </p:spPr>
        <p:txBody>
          <a:bodyPr anchor="ctr"/>
          <a:lstStyle>
            <a:lvl1pPr>
              <a:lnSpc>
                <a:spcPts val="5583"/>
              </a:lnSpc>
              <a:defRPr sz="5185" b="1" spc="-61" baseline="0">
                <a:solidFill>
                  <a:srgbClr val="262929"/>
                </a:solidFill>
              </a:defRPr>
            </a:lvl1pPr>
          </a:lstStyle>
          <a:p>
            <a:r>
              <a:rPr lang="es-ES" dirty="0" err="1"/>
              <a:t>Tibus</a:t>
            </a:r>
            <a:r>
              <a:rPr lang="es-ES" dirty="0"/>
              <a:t> </a:t>
            </a:r>
            <a:r>
              <a:rPr lang="es-ES" dirty="0" err="1"/>
              <a:t>evelibus</a:t>
            </a:r>
            <a:r>
              <a:rPr lang="es-ES" dirty="0"/>
              <a:t> rem et as des</a:t>
            </a:r>
            <a:br>
              <a:rPr lang="es-ES" dirty="0"/>
            </a:br>
            <a:r>
              <a:rPr lang="es-ES" dirty="0"/>
              <a:t>et quia </a:t>
            </a:r>
            <a:r>
              <a:rPr lang="es-ES" dirty="0" err="1"/>
              <a:t>santionseque</a:t>
            </a:r>
            <a:r>
              <a:rPr lang="es-ES" dirty="0"/>
              <a:t> </a:t>
            </a:r>
            <a:r>
              <a:rPr lang="es-ES" dirty="0" err="1"/>
              <a:t>preiur</a:t>
            </a:r>
            <a:br>
              <a:rPr lang="es-ES" dirty="0"/>
            </a:br>
            <a:r>
              <a:rPr lang="es-ES" dirty="0" err="1"/>
              <a:t>alitatem</a:t>
            </a:r>
            <a:r>
              <a:rPr lang="es-ES" dirty="0"/>
              <a:t> </a:t>
            </a:r>
            <a:r>
              <a:rPr lang="es-ES" dirty="0" err="1"/>
              <a:t>vollore</a:t>
            </a:r>
            <a:r>
              <a:rPr lang="es-ES" dirty="0"/>
              <a:t> </a:t>
            </a:r>
            <a:r>
              <a:rPr lang="es-ES" dirty="0" err="1"/>
              <a:t>pra</a:t>
            </a:r>
            <a:r>
              <a:rPr lang="es-ES" dirty="0"/>
              <a:t> </a:t>
            </a:r>
            <a:r>
              <a:rPr lang="es-ES" dirty="0" err="1"/>
              <a:t>doles</a:t>
            </a:r>
            <a:r>
              <a:rPr lang="es-ES" dirty="0"/>
              <a:t> </a:t>
            </a:r>
            <a:r>
              <a:rPr lang="es-ES" dirty="0" err="1"/>
              <a:t>natur</a:t>
            </a:r>
            <a:r>
              <a:rPr lang="es-ES" dirty="0"/>
              <a:t>, </a:t>
            </a:r>
            <a:r>
              <a:rPr lang="es-ES" dirty="0" err="1"/>
              <a:t>nihicae</a:t>
            </a:r>
            <a:r>
              <a:rPr lang="es-ES" dirty="0"/>
              <a:t>. </a:t>
            </a:r>
            <a:r>
              <a:rPr lang="es-ES" dirty="0" err="1"/>
              <a:t>Occusam</a:t>
            </a:r>
            <a:r>
              <a:rPr lang="es-ES" dirty="0"/>
              <a:t> que </a:t>
            </a:r>
            <a:r>
              <a:rPr lang="es-ES" dirty="0" err="1"/>
              <a:t>aut</a:t>
            </a:r>
            <a:r>
              <a:rPr lang="es-ES" dirty="0"/>
              <a:t> </a:t>
            </a:r>
            <a:r>
              <a:rPr lang="es-ES" dirty="0" err="1"/>
              <a:t>voloritateni</a:t>
            </a:r>
            <a:r>
              <a:rPr lang="es-ES" dirty="0"/>
              <a:t> que </a:t>
            </a:r>
            <a:r>
              <a:rPr lang="es-ES" dirty="0" err="1"/>
              <a:t>dendige</a:t>
            </a:r>
            <a:r>
              <a:rPr lang="es-ES" dirty="0"/>
              <a:t> </a:t>
            </a:r>
            <a:r>
              <a:rPr lang="es-ES" dirty="0" err="1"/>
              <a:t>ndip</a:t>
            </a:r>
            <a:r>
              <a:rPr lang="es-ES" dirty="0"/>
              <a:t>.</a:t>
            </a:r>
          </a:p>
        </p:txBody>
      </p:sp>
      <p:pic>
        <p:nvPicPr>
          <p:cNvPr id="4" name="Imagen 3">
            <a:extLst>
              <a:ext uri="{FF2B5EF4-FFF2-40B4-BE49-F238E27FC236}">
                <a16:creationId xmlns:a16="http://schemas.microsoft.com/office/drawing/2014/main" id="{3697AC38-1309-C7BD-96D0-9E80C5446766}"/>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3586633936"/>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es columnas + imagen + titulo + texto (blanco)">
    <p:bg>
      <p:bgPr>
        <a:solidFill>
          <a:srgbClr val="FFFFFF"/>
        </a:solidFill>
        <a:effectLst/>
      </p:bgPr>
    </p:bg>
    <p:spTree>
      <p:nvGrpSpPr>
        <p:cNvPr id="1" name=""/>
        <p:cNvGrpSpPr/>
        <p:nvPr/>
      </p:nvGrpSpPr>
      <p:grpSpPr>
        <a:xfrm>
          <a:off x="0" y="0"/>
          <a:ext cx="0" cy="0"/>
          <a:chOff x="0" y="0"/>
          <a:chExt cx="0" cy="0"/>
        </a:xfrm>
      </p:grpSpPr>
      <p:sp>
        <p:nvSpPr>
          <p:cNvPr id="24" name="Marcador de posición de imagen 21">
            <a:extLst>
              <a:ext uri="{FF2B5EF4-FFF2-40B4-BE49-F238E27FC236}">
                <a16:creationId xmlns:a16="http://schemas.microsoft.com/office/drawing/2014/main" id="{AF4454B3-9EAC-C16A-F67F-CB68E9CDD21E}"/>
              </a:ext>
            </a:extLst>
          </p:cNvPr>
          <p:cNvSpPr>
            <a:spLocks noGrp="1" noRot="1" noMove="1" noResize="1" noEditPoints="1" noAdjustHandles="1" noChangeArrowheads="1" noChangeShapeType="1"/>
          </p:cNvSpPr>
          <p:nvPr>
            <p:ph type="pic" sz="quarter" idx="15"/>
          </p:nvPr>
        </p:nvSpPr>
        <p:spPr>
          <a:xfrm>
            <a:off x="7119404" y="1479611"/>
            <a:ext cx="3037410" cy="1572989"/>
          </a:xfrm>
          <a:prstGeom prst="rect">
            <a:avLst/>
          </a:prstGeom>
          <a:solidFill>
            <a:srgbClr val="262929"/>
          </a:solidFill>
        </p:spPr>
        <p:txBody>
          <a:bodyPr/>
          <a:lstStyle/>
          <a:p>
            <a:r>
              <a:rPr lang="es-ES"/>
              <a:t>Haga clic en el icono para agregar una imagen</a:t>
            </a:r>
            <a:endParaRPr lang="es-ES" dirty="0"/>
          </a:p>
        </p:txBody>
      </p:sp>
      <p:sp>
        <p:nvSpPr>
          <p:cNvPr id="23" name="Marcador de posición de imagen 21">
            <a:extLst>
              <a:ext uri="{FF2B5EF4-FFF2-40B4-BE49-F238E27FC236}">
                <a16:creationId xmlns:a16="http://schemas.microsoft.com/office/drawing/2014/main" id="{D8BB1F63-4240-7999-45CC-432D4C316608}"/>
              </a:ext>
            </a:extLst>
          </p:cNvPr>
          <p:cNvSpPr>
            <a:spLocks noGrp="1" noRot="1" noMove="1" noResize="1" noEditPoints="1" noAdjustHandles="1" noChangeArrowheads="1" noChangeShapeType="1"/>
          </p:cNvSpPr>
          <p:nvPr>
            <p:ph type="pic" sz="quarter" idx="14"/>
          </p:nvPr>
        </p:nvSpPr>
        <p:spPr>
          <a:xfrm>
            <a:off x="3694875" y="1479611"/>
            <a:ext cx="3037410" cy="1572989"/>
          </a:xfrm>
          <a:prstGeom prst="rect">
            <a:avLst/>
          </a:prstGeom>
          <a:solidFill>
            <a:srgbClr val="262929"/>
          </a:solidFill>
        </p:spPr>
        <p:txBody>
          <a:bodyPr/>
          <a:lstStyle/>
          <a:p>
            <a:r>
              <a:rPr lang="es-ES"/>
              <a:t>Haga clic en el icono para agregar una imagen</a:t>
            </a:r>
            <a:endParaRPr lang="es-ES" dirty="0"/>
          </a:p>
        </p:txBody>
      </p:sp>
      <p:sp>
        <p:nvSpPr>
          <p:cNvPr id="22" name="Marcador de posición de imagen 21">
            <a:extLst>
              <a:ext uri="{FF2B5EF4-FFF2-40B4-BE49-F238E27FC236}">
                <a16:creationId xmlns:a16="http://schemas.microsoft.com/office/drawing/2014/main" id="{42BA97FF-C79F-BCFE-A883-2B64D098E541}"/>
              </a:ext>
            </a:extLst>
          </p:cNvPr>
          <p:cNvSpPr>
            <a:spLocks noGrp="1" noRot="1" noMove="1" noResize="1" noEditPoints="1" noAdjustHandles="1" noChangeArrowheads="1" noChangeShapeType="1"/>
          </p:cNvSpPr>
          <p:nvPr>
            <p:ph type="pic" sz="quarter" idx="13"/>
          </p:nvPr>
        </p:nvSpPr>
        <p:spPr>
          <a:xfrm>
            <a:off x="278229" y="1479611"/>
            <a:ext cx="3037410" cy="1572989"/>
          </a:xfrm>
          <a:prstGeom prst="rect">
            <a:avLst/>
          </a:prstGeom>
          <a:solidFill>
            <a:srgbClr val="262929"/>
          </a:solidFill>
        </p:spPr>
        <p:txBody>
          <a:bodyPr/>
          <a:lstStyle/>
          <a:p>
            <a:r>
              <a:rPr lang="es-ES"/>
              <a:t>Haga clic en el icono para agregar una imagen</a:t>
            </a:r>
            <a:endParaRPr lang="es-ES" dirty="0"/>
          </a:p>
        </p:txBody>
      </p:sp>
      <p:sp>
        <p:nvSpPr>
          <p:cNvPr id="27" name="Marcador de texto 12">
            <a:extLst>
              <a:ext uri="{FF2B5EF4-FFF2-40B4-BE49-F238E27FC236}">
                <a16:creationId xmlns:a16="http://schemas.microsoft.com/office/drawing/2014/main" id="{889283F7-2EB8-40EB-1359-72B8B7D30E34}"/>
              </a:ext>
            </a:extLst>
          </p:cNvPr>
          <p:cNvSpPr>
            <a:spLocks noGrp="1" noRot="1" noMove="1" noResize="1" noEditPoints="1" noAdjustHandles="1" noChangeArrowheads="1" noChangeShapeType="1"/>
          </p:cNvSpPr>
          <p:nvPr>
            <p:ph type="body" sz="quarter" idx="18" hasCustomPrompt="1"/>
          </p:nvPr>
        </p:nvSpPr>
        <p:spPr>
          <a:xfrm>
            <a:off x="7071579" y="3235749"/>
            <a:ext cx="3094839" cy="628893"/>
          </a:xfrm>
          <a:prstGeom prst="rect">
            <a:avLst/>
          </a:prstGeom>
        </p:spPr>
        <p:txBody>
          <a:bodyPr/>
          <a:lstStyle>
            <a:lvl1pPr algn="l">
              <a:lnSpc>
                <a:spcPts val="2371"/>
              </a:lnSpc>
              <a:defRPr sz="2365" b="1">
                <a:solidFill>
                  <a:srgbClr val="EF2737"/>
                </a:solidFill>
                <a:latin typeface="+mn-lt"/>
              </a:defRPr>
            </a:lvl1pPr>
          </a:lstStyle>
          <a:p>
            <a:pPr lvl="0"/>
            <a:r>
              <a:rPr lang="es-ES" dirty="0"/>
              <a:t>Titular largo</a:t>
            </a:r>
            <a:br>
              <a:rPr lang="es-ES" dirty="0"/>
            </a:br>
            <a:r>
              <a:rPr lang="es-ES" dirty="0"/>
              <a:t>de dos líneas</a:t>
            </a:r>
          </a:p>
        </p:txBody>
      </p:sp>
      <p:sp>
        <p:nvSpPr>
          <p:cNvPr id="28" name="Marcador de texto 12">
            <a:extLst>
              <a:ext uri="{FF2B5EF4-FFF2-40B4-BE49-F238E27FC236}">
                <a16:creationId xmlns:a16="http://schemas.microsoft.com/office/drawing/2014/main" id="{D7B1A66E-A2B2-E974-1473-0BF065DCFB93}"/>
              </a:ext>
            </a:extLst>
          </p:cNvPr>
          <p:cNvSpPr>
            <a:spLocks noGrp="1" noRot="1" noMove="1" noResize="1" noEditPoints="1" noAdjustHandles="1" noChangeArrowheads="1" noChangeShapeType="1"/>
          </p:cNvSpPr>
          <p:nvPr>
            <p:ph type="body" sz="quarter" idx="19" hasCustomPrompt="1"/>
          </p:nvPr>
        </p:nvSpPr>
        <p:spPr>
          <a:xfrm>
            <a:off x="7071579" y="3915030"/>
            <a:ext cx="3094839" cy="2009189"/>
          </a:xfrm>
          <a:prstGeom prst="rect">
            <a:avLst/>
          </a:prstGeom>
        </p:spPr>
        <p:txBody>
          <a:bodyPr/>
          <a:lstStyle>
            <a:lvl1pPr algn="l">
              <a:lnSpc>
                <a:spcPct val="100000"/>
              </a:lnSpc>
              <a:defRPr sz="1455"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sp>
        <p:nvSpPr>
          <p:cNvPr id="25" name="Marcador de texto 12">
            <a:extLst>
              <a:ext uri="{FF2B5EF4-FFF2-40B4-BE49-F238E27FC236}">
                <a16:creationId xmlns:a16="http://schemas.microsoft.com/office/drawing/2014/main" id="{AE4EB352-7ED1-8FB5-7BBE-E769F5CDA328}"/>
              </a:ext>
            </a:extLst>
          </p:cNvPr>
          <p:cNvSpPr>
            <a:spLocks noGrp="1" noRot="1" noMove="1" noResize="1" noEditPoints="1" noAdjustHandles="1" noChangeArrowheads="1" noChangeShapeType="1"/>
          </p:cNvSpPr>
          <p:nvPr>
            <p:ph type="body" sz="quarter" idx="16" hasCustomPrompt="1"/>
          </p:nvPr>
        </p:nvSpPr>
        <p:spPr>
          <a:xfrm>
            <a:off x="3636390" y="3235749"/>
            <a:ext cx="3094839" cy="628893"/>
          </a:xfrm>
          <a:prstGeom prst="rect">
            <a:avLst/>
          </a:prstGeom>
        </p:spPr>
        <p:txBody>
          <a:bodyPr/>
          <a:lstStyle>
            <a:lvl1pPr algn="l">
              <a:lnSpc>
                <a:spcPts val="2371"/>
              </a:lnSpc>
              <a:defRPr sz="2365" b="1">
                <a:solidFill>
                  <a:srgbClr val="EF2737"/>
                </a:solidFill>
                <a:latin typeface="+mn-lt"/>
              </a:defRPr>
            </a:lvl1pPr>
          </a:lstStyle>
          <a:p>
            <a:pPr lvl="0"/>
            <a:r>
              <a:rPr lang="es-ES" dirty="0"/>
              <a:t>Titular largo</a:t>
            </a:r>
            <a:br>
              <a:rPr lang="es-ES" dirty="0"/>
            </a:br>
            <a:r>
              <a:rPr lang="es-ES" dirty="0"/>
              <a:t>de dos líneas</a:t>
            </a:r>
          </a:p>
        </p:txBody>
      </p:sp>
      <p:sp>
        <p:nvSpPr>
          <p:cNvPr id="26" name="Marcador de texto 12">
            <a:extLst>
              <a:ext uri="{FF2B5EF4-FFF2-40B4-BE49-F238E27FC236}">
                <a16:creationId xmlns:a16="http://schemas.microsoft.com/office/drawing/2014/main" id="{420FF809-6578-BE9D-FB69-093C8DF22B0A}"/>
              </a:ext>
            </a:extLst>
          </p:cNvPr>
          <p:cNvSpPr>
            <a:spLocks noGrp="1" noRot="1" noMove="1" noResize="1" noEditPoints="1" noAdjustHandles="1" noChangeArrowheads="1" noChangeShapeType="1"/>
          </p:cNvSpPr>
          <p:nvPr>
            <p:ph type="body" sz="quarter" idx="17" hasCustomPrompt="1"/>
          </p:nvPr>
        </p:nvSpPr>
        <p:spPr>
          <a:xfrm>
            <a:off x="3636390" y="3915030"/>
            <a:ext cx="3094839" cy="2009189"/>
          </a:xfrm>
          <a:prstGeom prst="rect">
            <a:avLst/>
          </a:prstGeom>
        </p:spPr>
        <p:txBody>
          <a:bodyPr/>
          <a:lstStyle>
            <a:lvl1pPr algn="l">
              <a:lnSpc>
                <a:spcPct val="100000"/>
              </a:lnSpc>
              <a:defRPr sz="1455"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sp>
        <p:nvSpPr>
          <p:cNvPr id="14" name="Marcador de texto 12">
            <a:extLst>
              <a:ext uri="{FF2B5EF4-FFF2-40B4-BE49-F238E27FC236}">
                <a16:creationId xmlns:a16="http://schemas.microsoft.com/office/drawing/2014/main" id="{217C27DD-4346-5B65-C9EC-1EC1AC8CC736}"/>
              </a:ext>
            </a:extLst>
          </p:cNvPr>
          <p:cNvSpPr>
            <a:spLocks noGrp="1" noRot="1" noMove="1" noResize="1" noEditPoints="1" noAdjustHandles="1" noChangeArrowheads="1" noChangeShapeType="1"/>
          </p:cNvSpPr>
          <p:nvPr>
            <p:ph type="body" sz="quarter" idx="11" hasCustomPrompt="1"/>
          </p:nvPr>
        </p:nvSpPr>
        <p:spPr>
          <a:xfrm>
            <a:off x="228127" y="3235749"/>
            <a:ext cx="3094839" cy="628893"/>
          </a:xfrm>
          <a:prstGeom prst="rect">
            <a:avLst/>
          </a:prstGeom>
        </p:spPr>
        <p:txBody>
          <a:bodyPr/>
          <a:lstStyle>
            <a:lvl1pPr algn="l">
              <a:lnSpc>
                <a:spcPts val="2371"/>
              </a:lnSpc>
              <a:defRPr sz="2365" b="1">
                <a:solidFill>
                  <a:srgbClr val="EF2737"/>
                </a:solidFill>
                <a:latin typeface="+mn-lt"/>
              </a:defRPr>
            </a:lvl1pPr>
          </a:lstStyle>
          <a:p>
            <a:pPr lvl="0"/>
            <a:r>
              <a:rPr lang="es-ES" dirty="0"/>
              <a:t>Titular largo</a:t>
            </a:r>
            <a:br>
              <a:rPr lang="es-ES" dirty="0"/>
            </a:br>
            <a:r>
              <a:rPr lang="es-ES" dirty="0"/>
              <a:t>de dos líneas</a:t>
            </a:r>
          </a:p>
        </p:txBody>
      </p:sp>
      <p:sp>
        <p:nvSpPr>
          <p:cNvPr id="15" name="Marcador de texto 12">
            <a:extLst>
              <a:ext uri="{FF2B5EF4-FFF2-40B4-BE49-F238E27FC236}">
                <a16:creationId xmlns:a16="http://schemas.microsoft.com/office/drawing/2014/main" id="{FFB51217-937C-DCDF-D87E-C831CEB7735C}"/>
              </a:ext>
            </a:extLst>
          </p:cNvPr>
          <p:cNvSpPr>
            <a:spLocks noGrp="1" noRot="1" noMove="1" noResize="1" noEditPoints="1" noAdjustHandles="1" noChangeArrowheads="1" noChangeShapeType="1"/>
          </p:cNvSpPr>
          <p:nvPr>
            <p:ph type="body" sz="quarter" idx="12" hasCustomPrompt="1"/>
          </p:nvPr>
        </p:nvSpPr>
        <p:spPr>
          <a:xfrm>
            <a:off x="228127" y="3915030"/>
            <a:ext cx="3094839" cy="2009189"/>
          </a:xfrm>
          <a:prstGeom prst="rect">
            <a:avLst/>
          </a:prstGeom>
        </p:spPr>
        <p:txBody>
          <a:bodyPr/>
          <a:lstStyle>
            <a:lvl1pPr algn="l">
              <a:lnSpc>
                <a:spcPct val="100000"/>
              </a:lnSpc>
              <a:defRPr sz="1455" b="0" spc="0" baseline="0">
                <a:solidFill>
                  <a:srgbClr val="262929"/>
                </a:solidFill>
                <a:latin typeface="+mn-lt"/>
              </a:defRPr>
            </a:lvl1pPr>
          </a:lstStyle>
          <a:p>
            <a:pPr lvl="0"/>
            <a:r>
              <a:rPr lang="es-ES" dirty="0" err="1"/>
              <a:t>Facerunt</a:t>
            </a:r>
            <a:r>
              <a:rPr lang="es-ES" dirty="0"/>
              <a:t> et </a:t>
            </a:r>
            <a:r>
              <a:rPr lang="es-ES" dirty="0" err="1"/>
              <a:t>proribus</a:t>
            </a:r>
            <a:r>
              <a:rPr lang="es-ES" dirty="0"/>
              <a:t> </a:t>
            </a:r>
            <a:r>
              <a:rPr lang="es-ES" dirty="0" err="1"/>
              <a:t>ducid</a:t>
            </a:r>
            <a:r>
              <a:rPr lang="es-ES" dirty="0"/>
              <a:t> </a:t>
            </a:r>
            <a:r>
              <a:rPr lang="es-ES" dirty="0" err="1"/>
              <a:t>maioribeatur</a:t>
            </a:r>
            <a:r>
              <a:rPr lang="es-ES" dirty="0"/>
              <a:t> </a:t>
            </a:r>
            <a:r>
              <a:rPr lang="es-ES" dirty="0" err="1"/>
              <a:t>audit</a:t>
            </a:r>
            <a:r>
              <a:rPr lang="es-ES" dirty="0"/>
              <a:t>, </a:t>
            </a:r>
            <a:r>
              <a:rPr lang="es-ES" dirty="0" err="1"/>
              <a:t>sedi</a:t>
            </a:r>
            <a:r>
              <a:rPr lang="es-ES" dirty="0"/>
              <a:t> </a:t>
            </a:r>
            <a:r>
              <a:rPr lang="es-ES" dirty="0" err="1"/>
              <a:t>vellignat</a:t>
            </a:r>
            <a:r>
              <a:rPr lang="es-ES" dirty="0"/>
              <a:t>. </a:t>
            </a:r>
            <a:r>
              <a:rPr lang="es-ES" dirty="0" err="1"/>
              <a:t>Caborrum</a:t>
            </a:r>
            <a:r>
              <a:rPr lang="es-ES" dirty="0"/>
              <a:t> et </a:t>
            </a:r>
            <a:r>
              <a:rPr lang="es-ES" dirty="0" err="1"/>
              <a:t>entiberum</a:t>
            </a:r>
            <a:r>
              <a:rPr lang="es-ES" dirty="0"/>
              <a:t> </a:t>
            </a:r>
            <a:r>
              <a:rPr lang="es-ES" dirty="0" err="1"/>
              <a:t>demolorem</a:t>
            </a:r>
            <a:r>
              <a:rPr lang="es-ES" dirty="0"/>
              <a:t> rem </a:t>
            </a:r>
            <a:r>
              <a:rPr lang="es-ES" dirty="0" err="1"/>
              <a:t>ipidendi</a:t>
            </a:r>
            <a:r>
              <a:rPr lang="es-ES" dirty="0"/>
              <a:t> </a:t>
            </a:r>
            <a:r>
              <a:rPr lang="es-ES" dirty="0" err="1"/>
              <a:t>dolorum</a:t>
            </a:r>
            <a:r>
              <a:rPr lang="es-ES" dirty="0"/>
              <a:t> </a:t>
            </a:r>
            <a:r>
              <a:rPr lang="es-ES" dirty="0" err="1"/>
              <a:t>eos</a:t>
            </a:r>
            <a:r>
              <a:rPr lang="es-ES" dirty="0"/>
              <a:t> </a:t>
            </a:r>
            <a:r>
              <a:rPr lang="es-ES" dirty="0" err="1"/>
              <a:t>dolorent</a:t>
            </a:r>
            <a:r>
              <a:rPr lang="es-ES" dirty="0"/>
              <a:t> et </a:t>
            </a:r>
            <a:r>
              <a:rPr lang="es-ES" dirty="0" err="1"/>
              <a:t>molupta</a:t>
            </a:r>
            <a:r>
              <a:rPr lang="es-ES" dirty="0"/>
              <a:t> </a:t>
            </a:r>
            <a:r>
              <a:rPr lang="es-ES" dirty="0" err="1"/>
              <a:t>cullorporit</a:t>
            </a:r>
            <a:r>
              <a:rPr lang="es-ES" dirty="0"/>
              <a:t> </a:t>
            </a:r>
            <a:r>
              <a:rPr lang="es-ES" dirty="0" err="1"/>
              <a:t>autas</a:t>
            </a:r>
            <a:r>
              <a:rPr lang="es-ES" dirty="0"/>
              <a:t> </a:t>
            </a:r>
            <a:r>
              <a:rPr lang="es-ES" dirty="0" err="1"/>
              <a:t>mo</a:t>
            </a:r>
            <a:r>
              <a:rPr lang="es-ES" dirty="0"/>
              <a:t> velis </a:t>
            </a:r>
            <a:r>
              <a:rPr lang="es-ES" dirty="0" err="1"/>
              <a:t>rero</a:t>
            </a:r>
            <a:r>
              <a:rPr lang="es-ES" dirty="0"/>
              <a:t> </a:t>
            </a:r>
            <a:r>
              <a:rPr lang="es-ES" dirty="0" err="1"/>
              <a:t>ilibusciame</a:t>
            </a:r>
            <a:r>
              <a:rPr lang="es-ES" dirty="0"/>
              <a:t>.</a:t>
            </a:r>
          </a:p>
        </p:txBody>
      </p:sp>
      <p:pic>
        <p:nvPicPr>
          <p:cNvPr id="3" name="Imagen 2">
            <a:extLst>
              <a:ext uri="{FF2B5EF4-FFF2-40B4-BE49-F238E27FC236}">
                <a16:creationId xmlns:a16="http://schemas.microsoft.com/office/drawing/2014/main" id="{B6ED7D26-2115-1F88-A53F-2B5EB0B7F27B}"/>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3626449821"/>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o + imágenes">
    <p:bg>
      <p:bgPr>
        <a:solidFill>
          <a:srgbClr val="FFFFFF"/>
        </a:solidFill>
        <a:effectLst/>
      </p:bgPr>
    </p:bg>
    <p:spTree>
      <p:nvGrpSpPr>
        <p:cNvPr id="1" name=""/>
        <p:cNvGrpSpPr/>
        <p:nvPr/>
      </p:nvGrpSpPr>
      <p:grpSpPr>
        <a:xfrm>
          <a:off x="0" y="0"/>
          <a:ext cx="0" cy="0"/>
          <a:chOff x="0" y="0"/>
          <a:chExt cx="0" cy="0"/>
        </a:xfrm>
      </p:grpSpPr>
      <p:sp>
        <p:nvSpPr>
          <p:cNvPr id="14" name="Marcador de texto 12">
            <a:extLst>
              <a:ext uri="{FF2B5EF4-FFF2-40B4-BE49-F238E27FC236}">
                <a16:creationId xmlns:a16="http://schemas.microsoft.com/office/drawing/2014/main" id="{217C27DD-4346-5B65-C9EC-1EC1AC8CC736}"/>
              </a:ext>
            </a:extLst>
          </p:cNvPr>
          <p:cNvSpPr>
            <a:spLocks noGrp="1" noRot="1" noMove="1" noResize="1" noEditPoints="1" noAdjustHandles="1" noChangeArrowheads="1" noChangeShapeType="1"/>
          </p:cNvSpPr>
          <p:nvPr>
            <p:ph type="body" sz="quarter" idx="11" hasCustomPrompt="1"/>
          </p:nvPr>
        </p:nvSpPr>
        <p:spPr>
          <a:xfrm>
            <a:off x="227204" y="1257236"/>
            <a:ext cx="4668189" cy="307775"/>
          </a:xfrm>
          <a:prstGeom prst="rect">
            <a:avLst/>
          </a:prstGeom>
        </p:spPr>
        <p:txBody>
          <a:bodyPr/>
          <a:lstStyle>
            <a:lvl1pPr algn="l">
              <a:lnSpc>
                <a:spcPts val="2371"/>
              </a:lnSpc>
              <a:defRPr sz="1486" b="1">
                <a:solidFill>
                  <a:srgbClr val="EF2737"/>
                </a:solidFill>
                <a:latin typeface="+mn-lt"/>
              </a:defRPr>
            </a:lvl1pPr>
          </a:lstStyle>
          <a:p>
            <a:pPr lvl="0"/>
            <a:r>
              <a:rPr lang="es-ES" dirty="0"/>
              <a:t>Nombre referencia</a:t>
            </a:r>
          </a:p>
        </p:txBody>
      </p:sp>
      <p:sp>
        <p:nvSpPr>
          <p:cNvPr id="15" name="Marcador de texto 12">
            <a:extLst>
              <a:ext uri="{FF2B5EF4-FFF2-40B4-BE49-F238E27FC236}">
                <a16:creationId xmlns:a16="http://schemas.microsoft.com/office/drawing/2014/main" id="{FFB51217-937C-DCDF-D87E-C831CEB7735C}"/>
              </a:ext>
            </a:extLst>
          </p:cNvPr>
          <p:cNvSpPr>
            <a:spLocks noGrp="1" noRot="1" noMove="1" noResize="1" noEditPoints="1" noAdjustHandles="1" noChangeArrowheads="1" noChangeShapeType="1"/>
          </p:cNvSpPr>
          <p:nvPr>
            <p:ph type="body" sz="quarter" idx="12" hasCustomPrompt="1"/>
          </p:nvPr>
        </p:nvSpPr>
        <p:spPr>
          <a:xfrm>
            <a:off x="225554" y="1815591"/>
            <a:ext cx="4668189" cy="3875612"/>
          </a:xfrm>
          <a:prstGeom prst="rect">
            <a:avLst/>
          </a:prstGeom>
        </p:spPr>
        <p:txBody>
          <a:bodyPr/>
          <a:lstStyle>
            <a:lvl1pPr algn="l">
              <a:lnSpc>
                <a:spcPts val="3456"/>
              </a:lnSpc>
              <a:defRPr sz="3275" b="1" spc="-61" baseline="0">
                <a:solidFill>
                  <a:srgbClr val="262929"/>
                </a:solidFill>
                <a:latin typeface="+mn-lt"/>
              </a:defRPr>
            </a:lvl1pPr>
          </a:lstStyle>
          <a:p>
            <a:pPr lvl="0"/>
            <a:r>
              <a:rPr lang="es-ES" dirty="0" err="1"/>
              <a:t>Unt</a:t>
            </a:r>
            <a:r>
              <a:rPr lang="es-ES" dirty="0"/>
              <a:t> et, </a:t>
            </a:r>
            <a:r>
              <a:rPr lang="es-ES" dirty="0" err="1"/>
              <a:t>eate</a:t>
            </a:r>
            <a:r>
              <a:rPr lang="es-ES" dirty="0"/>
              <a:t> que</a:t>
            </a:r>
            <a:br>
              <a:rPr lang="es-ES" dirty="0"/>
            </a:br>
            <a:r>
              <a:rPr lang="es-ES" dirty="0" err="1"/>
              <a:t>nia</a:t>
            </a:r>
            <a:r>
              <a:rPr lang="es-ES" dirty="0"/>
              <a:t> </a:t>
            </a:r>
            <a:r>
              <a:rPr lang="es-ES" dirty="0" err="1"/>
              <a:t>aboribust</a:t>
            </a:r>
            <a:r>
              <a:rPr lang="es-ES" dirty="0"/>
              <a:t> </a:t>
            </a:r>
            <a:r>
              <a:rPr lang="es-ES" dirty="0" err="1"/>
              <a:t>voles</a:t>
            </a:r>
            <a:br>
              <a:rPr lang="es-ES" dirty="0"/>
            </a:br>
            <a:r>
              <a:rPr lang="es-ES" dirty="0" err="1"/>
              <a:t>ressimi</a:t>
            </a:r>
            <a:r>
              <a:rPr lang="es-ES" dirty="0"/>
              <a:t> </a:t>
            </a:r>
            <a:r>
              <a:rPr lang="es-ES" dirty="0" err="1"/>
              <a:t>licidis</a:t>
            </a:r>
            <a:r>
              <a:rPr lang="es-ES" dirty="0"/>
              <a:t> </a:t>
            </a:r>
            <a:r>
              <a:rPr lang="es-ES" dirty="0" err="1"/>
              <a:t>doluptae</a:t>
            </a:r>
            <a:r>
              <a:rPr lang="es-ES" dirty="0"/>
              <a:t> </a:t>
            </a:r>
            <a:r>
              <a:rPr lang="es-ES" dirty="0" err="1"/>
              <a:t>exeribus</a:t>
            </a:r>
            <a:r>
              <a:rPr lang="es-ES" dirty="0"/>
              <a:t>, </a:t>
            </a:r>
            <a:r>
              <a:rPr lang="es-ES" dirty="0" err="1"/>
              <a:t>offici</a:t>
            </a:r>
            <a:r>
              <a:rPr lang="es-ES" dirty="0"/>
              <a:t> </a:t>
            </a:r>
            <a:r>
              <a:rPr lang="es-ES" dirty="0" err="1"/>
              <a:t>adipsam</a:t>
            </a:r>
            <a:r>
              <a:rPr lang="es-ES" dirty="0"/>
              <a:t> </a:t>
            </a:r>
            <a:r>
              <a:rPr lang="es-ES" dirty="0" err="1"/>
              <a:t>evendaeseque</a:t>
            </a:r>
            <a:r>
              <a:rPr lang="es-ES" dirty="0"/>
              <a:t> lis pero </a:t>
            </a:r>
            <a:r>
              <a:rPr lang="es-ES" dirty="0" err="1"/>
              <a:t>incipitam</a:t>
            </a:r>
            <a:r>
              <a:rPr lang="es-ES" dirty="0"/>
              <a:t>, sunt. </a:t>
            </a:r>
            <a:r>
              <a:rPr lang="es-ES" dirty="0" err="1"/>
              <a:t>Lit</a:t>
            </a:r>
            <a:r>
              <a:rPr lang="es-ES" dirty="0"/>
              <a:t> </a:t>
            </a:r>
            <a:r>
              <a:rPr lang="es-ES" dirty="0" err="1"/>
              <a:t>quatenihilis</a:t>
            </a:r>
            <a:r>
              <a:rPr lang="es-ES" dirty="0"/>
              <a:t> </a:t>
            </a:r>
            <a:r>
              <a:rPr lang="es-ES" dirty="0" err="1"/>
              <a:t>dolorrum</a:t>
            </a:r>
            <a:r>
              <a:rPr lang="es-ES" dirty="0"/>
              <a:t> </a:t>
            </a:r>
          </a:p>
          <a:p>
            <a:pPr lvl="0"/>
            <a:r>
              <a:rPr lang="es-ES" dirty="0" err="1"/>
              <a:t>untet</a:t>
            </a:r>
            <a:r>
              <a:rPr lang="es-ES" dirty="0"/>
              <a:t> dolo et </a:t>
            </a:r>
            <a:r>
              <a:rPr lang="es-ES" dirty="0" err="1"/>
              <a:t>accus</a:t>
            </a:r>
            <a:r>
              <a:rPr lang="es-ES" dirty="0"/>
              <a:t>.</a:t>
            </a:r>
          </a:p>
        </p:txBody>
      </p:sp>
      <p:sp>
        <p:nvSpPr>
          <p:cNvPr id="23" name="Marcador de posición de imagen 21">
            <a:extLst>
              <a:ext uri="{FF2B5EF4-FFF2-40B4-BE49-F238E27FC236}">
                <a16:creationId xmlns:a16="http://schemas.microsoft.com/office/drawing/2014/main" id="{D8BB1F63-4240-7999-45CC-432D4C316608}"/>
              </a:ext>
            </a:extLst>
          </p:cNvPr>
          <p:cNvSpPr>
            <a:spLocks noGrp="1" noRot="1" noMove="1" noResize="1" noEditPoints="1" noAdjustHandles="1" noChangeArrowheads="1" noChangeShapeType="1"/>
          </p:cNvSpPr>
          <p:nvPr>
            <p:ph type="pic" sz="quarter" idx="14"/>
          </p:nvPr>
        </p:nvSpPr>
        <p:spPr>
          <a:xfrm>
            <a:off x="6864356" y="3512205"/>
            <a:ext cx="5086675" cy="3059723"/>
          </a:xfrm>
          <a:prstGeom prst="rect">
            <a:avLst/>
          </a:prstGeom>
          <a:solidFill>
            <a:srgbClr val="262929"/>
          </a:solidFill>
        </p:spPr>
        <p:txBody>
          <a:bodyPr/>
          <a:lstStyle/>
          <a:p>
            <a:r>
              <a:rPr lang="es-ES"/>
              <a:t>Haga clic en el icono para agregar una imagen</a:t>
            </a:r>
            <a:endParaRPr lang="es-ES" dirty="0"/>
          </a:p>
        </p:txBody>
      </p:sp>
      <p:sp>
        <p:nvSpPr>
          <p:cNvPr id="8" name="Marcador de posición de imagen 21">
            <a:extLst>
              <a:ext uri="{FF2B5EF4-FFF2-40B4-BE49-F238E27FC236}">
                <a16:creationId xmlns:a16="http://schemas.microsoft.com/office/drawing/2014/main" id="{D1F6870D-9BB9-D853-7D16-B91CF6D51BB8}"/>
              </a:ext>
            </a:extLst>
          </p:cNvPr>
          <p:cNvSpPr>
            <a:spLocks noGrp="1" noRot="1" noMove="1" noResize="1" noEditPoints="1" noAdjustHandles="1" noChangeArrowheads="1" noChangeShapeType="1"/>
          </p:cNvSpPr>
          <p:nvPr>
            <p:ph type="pic" sz="quarter" idx="15"/>
          </p:nvPr>
        </p:nvSpPr>
        <p:spPr>
          <a:xfrm>
            <a:off x="6864356" y="285729"/>
            <a:ext cx="5086675" cy="3059723"/>
          </a:xfrm>
          <a:prstGeom prst="rect">
            <a:avLst/>
          </a:prstGeom>
          <a:solidFill>
            <a:srgbClr val="262929"/>
          </a:solidFill>
        </p:spPr>
        <p:txBody>
          <a:bodyPr/>
          <a:lstStyle/>
          <a:p>
            <a:r>
              <a:rPr lang="es-ES"/>
              <a:t>Haga clic en el icono para agregar una imagen</a:t>
            </a:r>
            <a:endParaRPr lang="es-ES" dirty="0"/>
          </a:p>
        </p:txBody>
      </p:sp>
      <p:pic>
        <p:nvPicPr>
          <p:cNvPr id="3" name="Imagen 2">
            <a:extLst>
              <a:ext uri="{FF2B5EF4-FFF2-40B4-BE49-F238E27FC236}">
                <a16:creationId xmlns:a16="http://schemas.microsoft.com/office/drawing/2014/main" id="{D2CBC9A9-FDEF-238F-DB2C-378C8DA59A32}"/>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2472458195"/>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atro columnas (fondo blanco)">
    <p:bg>
      <p:bgPr>
        <a:solidFill>
          <a:srgbClr val="FFFFFF"/>
        </a:solidFill>
        <a:effectLst/>
      </p:bgPr>
    </p:bg>
    <p:spTree>
      <p:nvGrpSpPr>
        <p:cNvPr id="1" name=""/>
        <p:cNvGrpSpPr/>
        <p:nvPr/>
      </p:nvGrpSpPr>
      <p:grpSpPr>
        <a:xfrm>
          <a:off x="0" y="0"/>
          <a:ext cx="0" cy="0"/>
          <a:chOff x="0" y="0"/>
          <a:chExt cx="0" cy="0"/>
        </a:xfrm>
      </p:grpSpPr>
      <p:sp>
        <p:nvSpPr>
          <p:cNvPr id="26" name="Marcador de texto 12">
            <a:extLst>
              <a:ext uri="{FF2B5EF4-FFF2-40B4-BE49-F238E27FC236}">
                <a16:creationId xmlns:a16="http://schemas.microsoft.com/office/drawing/2014/main" id="{420FF809-6578-BE9D-FB69-093C8DF22B0A}"/>
              </a:ext>
            </a:extLst>
          </p:cNvPr>
          <p:cNvSpPr>
            <a:spLocks noGrp="1" noRot="1" noMove="1" noResize="1" noEditPoints="1" noAdjustHandles="1" noChangeArrowheads="1" noChangeShapeType="1"/>
          </p:cNvSpPr>
          <p:nvPr>
            <p:ph type="body" sz="quarter" idx="17" hasCustomPrompt="1"/>
          </p:nvPr>
        </p:nvSpPr>
        <p:spPr>
          <a:xfrm>
            <a:off x="4940725" y="1842378"/>
            <a:ext cx="1617385" cy="457550"/>
          </a:xfrm>
          <a:prstGeom prst="rect">
            <a:avLst/>
          </a:prstGeom>
        </p:spPr>
        <p:txBody>
          <a:bodyPr/>
          <a:lstStyle>
            <a:lvl1pPr marL="7701" marR="3081" algn="l">
              <a:lnSpc>
                <a:spcPts val="794"/>
              </a:lnSpc>
              <a:spcBef>
                <a:spcPts val="167"/>
              </a:spcBef>
              <a:defRPr sz="728" b="0" spc="0" baseline="0">
                <a:solidFill>
                  <a:srgbClr val="262929"/>
                </a:solidFill>
                <a:latin typeface="+mn-lt"/>
              </a:defRPr>
            </a:lvl1pPr>
          </a:lstStyle>
          <a:p>
            <a:pPr marL="12700" marR="5080">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dirty="0">
                <a:solidFill>
                  <a:srgbClr val="262929"/>
                </a:solidFill>
                <a:latin typeface="Arial"/>
                <a:cs typeface="Arial"/>
              </a:rPr>
              <a:t> re</a:t>
            </a:r>
            <a:r>
              <a:rPr lang="es-ES" sz="728" spc="3" dirty="0">
                <a:solidFill>
                  <a:srgbClr val="262929"/>
                </a:solidFill>
                <a:latin typeface="Arial"/>
                <a:cs typeface="Arial"/>
              </a:rPr>
              <a:t> </a:t>
            </a:r>
            <a:r>
              <a:rPr lang="es-ES" sz="728" dirty="0">
                <a:solidFill>
                  <a:srgbClr val="262929"/>
                </a:solidFill>
                <a:latin typeface="Arial"/>
                <a:cs typeface="Arial"/>
              </a:rPr>
              <a:t>sitas</a:t>
            </a:r>
            <a:r>
              <a:rPr lang="es-ES" sz="728" spc="3"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err="1">
                <a:solidFill>
                  <a:srgbClr val="262929"/>
                </a:solidFill>
                <a:latin typeface="Arial"/>
                <a:cs typeface="Arial"/>
              </a:rPr>
              <a:t>ipsus</a:t>
            </a:r>
            <a:r>
              <a:rPr lang="es-ES" sz="728" dirty="0">
                <a:solidFill>
                  <a:srgbClr val="262929"/>
                </a:solidFill>
                <a:latin typeface="Arial"/>
                <a:cs typeface="Arial"/>
              </a:rPr>
              <a:t>,</a:t>
            </a:r>
            <a:r>
              <a:rPr lang="es-ES" sz="728" spc="3" dirty="0">
                <a:solidFill>
                  <a:srgbClr val="262929"/>
                </a:solidFill>
                <a:latin typeface="Arial"/>
                <a:cs typeface="Arial"/>
              </a:rPr>
              <a:t> </a:t>
            </a:r>
            <a:r>
              <a:rPr lang="es-ES" sz="728" dirty="0">
                <a:solidFill>
                  <a:srgbClr val="262929"/>
                </a:solidFill>
                <a:latin typeface="Arial"/>
                <a:cs typeface="Arial"/>
              </a:rPr>
              <a:t>quis</a:t>
            </a:r>
            <a:r>
              <a:rPr lang="es-ES" sz="728" spc="3" dirty="0">
                <a:solidFill>
                  <a:srgbClr val="262929"/>
                </a:solidFill>
                <a:latin typeface="Arial"/>
                <a:cs typeface="Arial"/>
              </a:rPr>
              <a:t> </a:t>
            </a:r>
            <a:r>
              <a:rPr lang="es-ES" sz="728" spc="-12" dirty="0" err="1">
                <a:solidFill>
                  <a:srgbClr val="262929"/>
                </a:solidFill>
                <a:latin typeface="Arial"/>
                <a:cs typeface="Arial"/>
              </a:rPr>
              <a:t>atem</a:t>
            </a:r>
            <a:r>
              <a:rPr lang="es-ES" sz="728" spc="-12" dirty="0">
                <a:solidFill>
                  <a:srgbClr val="262929"/>
                </a:solidFill>
                <a:latin typeface="Arial"/>
                <a:cs typeface="Arial"/>
              </a:rPr>
              <a:t> </a:t>
            </a:r>
            <a:r>
              <a:rPr lang="es-ES" sz="728" dirty="0" err="1">
                <a:solidFill>
                  <a:srgbClr val="262929"/>
                </a:solidFill>
                <a:latin typeface="Arial"/>
                <a:cs typeface="Arial"/>
              </a:rPr>
              <a:t>venditatusto</a:t>
            </a:r>
            <a:r>
              <a:rPr lang="es-ES" sz="728" spc="-36" dirty="0">
                <a:solidFill>
                  <a:srgbClr val="262929"/>
                </a:solidFill>
                <a:latin typeface="Arial"/>
                <a:cs typeface="Arial"/>
              </a:rPr>
              <a:t> </a:t>
            </a:r>
            <a:r>
              <a:rPr lang="es-ES" sz="728" spc="-6" dirty="0" err="1">
                <a:solidFill>
                  <a:srgbClr val="262929"/>
                </a:solidFill>
                <a:latin typeface="Arial"/>
                <a:cs typeface="Arial"/>
              </a:rPr>
              <a:t>excepud</a:t>
            </a:r>
            <a:endParaRPr lang="es-ES" sz="728" dirty="0">
              <a:latin typeface="Arial"/>
              <a:cs typeface="Arial"/>
            </a:endParaRPr>
          </a:p>
        </p:txBody>
      </p:sp>
      <p:sp>
        <p:nvSpPr>
          <p:cNvPr id="15" name="Marcador de texto 12">
            <a:extLst>
              <a:ext uri="{FF2B5EF4-FFF2-40B4-BE49-F238E27FC236}">
                <a16:creationId xmlns:a16="http://schemas.microsoft.com/office/drawing/2014/main" id="{FFB51217-937C-DCDF-D87E-C831CEB7735C}"/>
              </a:ext>
            </a:extLst>
          </p:cNvPr>
          <p:cNvSpPr>
            <a:spLocks noGrp="1" noRot="1" noMove="1" noResize="1" noEditPoints="1" noAdjustHandles="1" noChangeArrowheads="1" noChangeShapeType="1"/>
          </p:cNvSpPr>
          <p:nvPr>
            <p:ph type="body" sz="quarter" idx="12" hasCustomPrompt="1"/>
          </p:nvPr>
        </p:nvSpPr>
        <p:spPr>
          <a:xfrm>
            <a:off x="715394" y="1866778"/>
            <a:ext cx="3751460" cy="457549"/>
          </a:xfrm>
          <a:prstGeom prst="rect">
            <a:avLst/>
          </a:prstGeom>
        </p:spPr>
        <p:txBody>
          <a:bodyPr/>
          <a:lstStyle>
            <a:lvl1pPr marL="7701" marR="3081" algn="l">
              <a:lnSpc>
                <a:spcPts val="1437"/>
              </a:lnSpc>
              <a:spcBef>
                <a:spcPts val="243"/>
              </a:spcBef>
              <a:defRPr sz="1334" b="1" spc="0" baseline="0">
                <a:solidFill>
                  <a:srgbClr val="262929"/>
                </a:solidFill>
                <a:latin typeface="+mn-lt"/>
              </a:defRPr>
            </a:lvl1pPr>
          </a:lstStyle>
          <a:p>
            <a:pPr marL="12700" marR="5080">
              <a:lnSpc>
                <a:spcPts val="2370"/>
              </a:lnSpc>
              <a:spcBef>
                <a:spcPts val="400"/>
              </a:spcBef>
            </a:pPr>
            <a:r>
              <a:rPr lang="fr-FR" sz="1334" b="1" dirty="0" err="1">
                <a:solidFill>
                  <a:srgbClr val="262929"/>
                </a:solidFill>
                <a:latin typeface="Arial"/>
                <a:cs typeface="Arial"/>
              </a:rPr>
              <a:t>Unt</a:t>
            </a:r>
            <a:r>
              <a:rPr lang="fr-FR" sz="1334" b="1" spc="-39" dirty="0">
                <a:solidFill>
                  <a:srgbClr val="262929"/>
                </a:solidFill>
                <a:latin typeface="Arial"/>
                <a:cs typeface="Arial"/>
              </a:rPr>
              <a:t> </a:t>
            </a:r>
            <a:r>
              <a:rPr lang="fr-FR" sz="1334" b="1" dirty="0">
                <a:solidFill>
                  <a:srgbClr val="262929"/>
                </a:solidFill>
                <a:latin typeface="Arial"/>
                <a:cs typeface="Arial"/>
              </a:rPr>
              <a:t>et,</a:t>
            </a:r>
            <a:r>
              <a:rPr lang="fr-FR" sz="1334" b="1" spc="-36" dirty="0">
                <a:solidFill>
                  <a:srgbClr val="262929"/>
                </a:solidFill>
                <a:latin typeface="Arial"/>
                <a:cs typeface="Arial"/>
              </a:rPr>
              <a:t> </a:t>
            </a:r>
            <a:r>
              <a:rPr lang="fr-FR" sz="1334" b="1" dirty="0" err="1">
                <a:solidFill>
                  <a:srgbClr val="262929"/>
                </a:solidFill>
                <a:latin typeface="Arial"/>
                <a:cs typeface="Arial"/>
              </a:rPr>
              <a:t>eate</a:t>
            </a:r>
            <a:r>
              <a:rPr lang="fr-FR" sz="1334" b="1" spc="-36" dirty="0">
                <a:solidFill>
                  <a:srgbClr val="262929"/>
                </a:solidFill>
                <a:latin typeface="Arial"/>
                <a:cs typeface="Arial"/>
              </a:rPr>
              <a:t> </a:t>
            </a:r>
            <a:r>
              <a:rPr lang="fr-FR" sz="1334" b="1" dirty="0">
                <a:solidFill>
                  <a:srgbClr val="262929"/>
                </a:solidFill>
                <a:latin typeface="Arial"/>
                <a:cs typeface="Arial"/>
              </a:rPr>
              <a:t>que</a:t>
            </a:r>
            <a:r>
              <a:rPr lang="fr-FR" sz="1334" b="1" spc="-36" dirty="0">
                <a:solidFill>
                  <a:srgbClr val="262929"/>
                </a:solidFill>
                <a:latin typeface="Arial"/>
                <a:cs typeface="Arial"/>
              </a:rPr>
              <a:t> </a:t>
            </a:r>
            <a:r>
              <a:rPr lang="fr-FR" sz="1334" b="1" dirty="0">
                <a:solidFill>
                  <a:srgbClr val="262929"/>
                </a:solidFill>
                <a:latin typeface="Arial"/>
                <a:cs typeface="Arial"/>
              </a:rPr>
              <a:t>nia</a:t>
            </a:r>
            <a:r>
              <a:rPr lang="fr-FR" sz="1334" b="1" spc="-39" dirty="0">
                <a:solidFill>
                  <a:srgbClr val="262929"/>
                </a:solidFill>
                <a:latin typeface="Arial"/>
                <a:cs typeface="Arial"/>
              </a:rPr>
              <a:t> </a:t>
            </a:r>
            <a:r>
              <a:rPr lang="fr-FR" sz="1334" b="1" spc="-6" dirty="0" err="1">
                <a:solidFill>
                  <a:srgbClr val="262929"/>
                </a:solidFill>
                <a:latin typeface="Arial"/>
                <a:cs typeface="Arial"/>
              </a:rPr>
              <a:t>aboribust</a:t>
            </a:r>
            <a:r>
              <a:rPr lang="fr-FR" sz="1334" b="1" spc="-36" dirty="0">
                <a:solidFill>
                  <a:srgbClr val="262929"/>
                </a:solidFill>
                <a:latin typeface="Arial"/>
                <a:cs typeface="Arial"/>
              </a:rPr>
              <a:t> </a:t>
            </a:r>
            <a:r>
              <a:rPr lang="fr-FR" sz="1334" b="1" spc="-6" dirty="0">
                <a:solidFill>
                  <a:srgbClr val="262929"/>
                </a:solidFill>
                <a:latin typeface="Arial"/>
                <a:cs typeface="Arial"/>
              </a:rPr>
              <a:t>voles</a:t>
            </a:r>
            <a:br>
              <a:rPr lang="fr-FR" sz="1334" b="1" spc="-6" dirty="0">
                <a:solidFill>
                  <a:srgbClr val="262929"/>
                </a:solidFill>
                <a:latin typeface="Arial"/>
                <a:cs typeface="Arial"/>
              </a:rPr>
            </a:br>
            <a:r>
              <a:rPr lang="fr-FR" sz="1334" b="1" dirty="0" err="1">
                <a:solidFill>
                  <a:srgbClr val="262929"/>
                </a:solidFill>
                <a:latin typeface="Arial"/>
                <a:cs typeface="Arial"/>
              </a:rPr>
              <a:t>ressimi</a:t>
            </a:r>
            <a:r>
              <a:rPr lang="fr-FR" sz="1334" b="1" spc="-76" dirty="0">
                <a:solidFill>
                  <a:srgbClr val="262929"/>
                </a:solidFill>
                <a:latin typeface="Arial"/>
                <a:cs typeface="Arial"/>
              </a:rPr>
              <a:t> </a:t>
            </a:r>
            <a:r>
              <a:rPr lang="fr-FR" sz="1334" b="1" dirty="0" err="1">
                <a:solidFill>
                  <a:srgbClr val="262929"/>
                </a:solidFill>
                <a:latin typeface="Arial"/>
                <a:cs typeface="Arial"/>
              </a:rPr>
              <a:t>licidis</a:t>
            </a:r>
            <a:r>
              <a:rPr lang="fr-FR" sz="1334" b="1" spc="-73" dirty="0">
                <a:solidFill>
                  <a:srgbClr val="262929"/>
                </a:solidFill>
                <a:latin typeface="Arial"/>
                <a:cs typeface="Arial"/>
              </a:rPr>
              <a:t> </a:t>
            </a:r>
            <a:r>
              <a:rPr lang="fr-FR" sz="1334" b="1" spc="-6" dirty="0" err="1">
                <a:solidFill>
                  <a:srgbClr val="262929"/>
                </a:solidFill>
                <a:latin typeface="Arial"/>
                <a:cs typeface="Arial"/>
              </a:rPr>
              <a:t>doluptae</a:t>
            </a:r>
            <a:r>
              <a:rPr lang="fr-FR" sz="1334" b="1" spc="-73" dirty="0">
                <a:solidFill>
                  <a:srgbClr val="262929"/>
                </a:solidFill>
                <a:latin typeface="Arial"/>
                <a:cs typeface="Arial"/>
              </a:rPr>
              <a:t> </a:t>
            </a:r>
            <a:r>
              <a:rPr lang="fr-FR" sz="1334" b="1" spc="-6" dirty="0" err="1">
                <a:solidFill>
                  <a:srgbClr val="262929"/>
                </a:solidFill>
                <a:latin typeface="Arial"/>
                <a:cs typeface="Arial"/>
              </a:rPr>
              <a:t>exeribus</a:t>
            </a:r>
            <a:endParaRPr lang="fr-FR" sz="1334" dirty="0">
              <a:latin typeface="Arial"/>
              <a:cs typeface="Arial"/>
            </a:endParaRPr>
          </a:p>
        </p:txBody>
      </p:sp>
      <p:sp>
        <p:nvSpPr>
          <p:cNvPr id="14" name="Marcador de texto 12">
            <a:extLst>
              <a:ext uri="{FF2B5EF4-FFF2-40B4-BE49-F238E27FC236}">
                <a16:creationId xmlns:a16="http://schemas.microsoft.com/office/drawing/2014/main" id="{217C27DD-4346-5B65-C9EC-1EC1AC8CC736}"/>
              </a:ext>
            </a:extLst>
          </p:cNvPr>
          <p:cNvSpPr>
            <a:spLocks noGrp="1" noRot="1" noMove="1" noResize="1" noEditPoints="1" noAdjustHandles="1" noChangeArrowheads="1" noChangeShapeType="1"/>
          </p:cNvSpPr>
          <p:nvPr>
            <p:ph type="body" sz="quarter" idx="11" hasCustomPrompt="1"/>
          </p:nvPr>
        </p:nvSpPr>
        <p:spPr>
          <a:xfrm>
            <a:off x="736822" y="1330440"/>
            <a:ext cx="3736803" cy="348135"/>
          </a:xfrm>
          <a:prstGeom prst="rect">
            <a:avLst/>
          </a:prstGeom>
        </p:spPr>
        <p:txBody>
          <a:bodyPr/>
          <a:lstStyle>
            <a:lvl1pPr algn="l">
              <a:lnSpc>
                <a:spcPts val="2371"/>
              </a:lnSpc>
              <a:defRPr sz="1364" b="1">
                <a:solidFill>
                  <a:srgbClr val="262929"/>
                </a:solidFill>
                <a:latin typeface="+mn-lt"/>
              </a:defRPr>
            </a:lvl1pPr>
          </a:lstStyle>
          <a:p>
            <a:pPr lvl="0"/>
            <a:r>
              <a:rPr lang="es-ES" dirty="0"/>
              <a:t>Título 01</a:t>
            </a:r>
          </a:p>
        </p:txBody>
      </p:sp>
      <p:sp>
        <p:nvSpPr>
          <p:cNvPr id="46" name="Marcador de texto 12">
            <a:extLst>
              <a:ext uri="{FF2B5EF4-FFF2-40B4-BE49-F238E27FC236}">
                <a16:creationId xmlns:a16="http://schemas.microsoft.com/office/drawing/2014/main" id="{FEE9576D-6C5F-8C6E-A41A-3C7BBB666883}"/>
              </a:ext>
            </a:extLst>
          </p:cNvPr>
          <p:cNvSpPr>
            <a:spLocks noGrp="1" noRot="1" noMove="1" noResize="1" noEditPoints="1" noAdjustHandles="1" noChangeArrowheads="1" noChangeShapeType="1"/>
          </p:cNvSpPr>
          <p:nvPr>
            <p:ph type="body" sz="quarter" idx="18" hasCustomPrompt="1"/>
          </p:nvPr>
        </p:nvSpPr>
        <p:spPr>
          <a:xfrm>
            <a:off x="4957367" y="1330440"/>
            <a:ext cx="1970431" cy="348135"/>
          </a:xfrm>
          <a:prstGeom prst="rect">
            <a:avLst/>
          </a:prstGeom>
        </p:spPr>
        <p:txBody>
          <a:bodyPr/>
          <a:lstStyle>
            <a:lvl1pPr algn="l">
              <a:lnSpc>
                <a:spcPts val="2371"/>
              </a:lnSpc>
              <a:defRPr sz="849" b="1">
                <a:solidFill>
                  <a:srgbClr val="262929"/>
                </a:solidFill>
                <a:latin typeface="+mn-lt"/>
              </a:defRPr>
            </a:lvl1pPr>
          </a:lstStyle>
          <a:p>
            <a:pPr lvl="0"/>
            <a:r>
              <a:rPr lang="es-ES" dirty="0"/>
              <a:t>Título 02</a:t>
            </a:r>
          </a:p>
        </p:txBody>
      </p:sp>
      <p:sp>
        <p:nvSpPr>
          <p:cNvPr id="47" name="Marcador de texto 12">
            <a:extLst>
              <a:ext uri="{FF2B5EF4-FFF2-40B4-BE49-F238E27FC236}">
                <a16:creationId xmlns:a16="http://schemas.microsoft.com/office/drawing/2014/main" id="{63BAF804-24C5-7A1E-55BC-4253C68A4899}"/>
              </a:ext>
            </a:extLst>
          </p:cNvPr>
          <p:cNvSpPr>
            <a:spLocks noGrp="1" noRot="1" noMove="1" noResize="1" noEditPoints="1" noAdjustHandles="1" noChangeArrowheads="1" noChangeShapeType="1"/>
          </p:cNvSpPr>
          <p:nvPr>
            <p:ph type="body" sz="quarter" idx="19" hasCustomPrompt="1"/>
          </p:nvPr>
        </p:nvSpPr>
        <p:spPr>
          <a:xfrm>
            <a:off x="7274492" y="1330440"/>
            <a:ext cx="1970431" cy="348135"/>
          </a:xfrm>
          <a:prstGeom prst="rect">
            <a:avLst/>
          </a:prstGeom>
        </p:spPr>
        <p:txBody>
          <a:bodyPr/>
          <a:lstStyle>
            <a:lvl1pPr algn="l">
              <a:lnSpc>
                <a:spcPts val="2371"/>
              </a:lnSpc>
              <a:defRPr sz="849" b="1">
                <a:solidFill>
                  <a:srgbClr val="262929"/>
                </a:solidFill>
                <a:latin typeface="+mn-lt"/>
              </a:defRPr>
            </a:lvl1pPr>
          </a:lstStyle>
          <a:p>
            <a:pPr lvl="0"/>
            <a:r>
              <a:rPr lang="es-ES" dirty="0"/>
              <a:t>Título 03</a:t>
            </a:r>
          </a:p>
        </p:txBody>
      </p:sp>
      <p:sp>
        <p:nvSpPr>
          <p:cNvPr id="48" name="Marcador de texto 12">
            <a:extLst>
              <a:ext uri="{FF2B5EF4-FFF2-40B4-BE49-F238E27FC236}">
                <a16:creationId xmlns:a16="http://schemas.microsoft.com/office/drawing/2014/main" id="{EDBF500D-F624-62C8-4BE8-E7D7F73C993A}"/>
              </a:ext>
            </a:extLst>
          </p:cNvPr>
          <p:cNvSpPr>
            <a:spLocks noGrp="1" noRot="1" noMove="1" noResize="1" noEditPoints="1" noAdjustHandles="1" noChangeArrowheads="1" noChangeShapeType="1"/>
          </p:cNvSpPr>
          <p:nvPr>
            <p:ph type="body" sz="quarter" idx="20" hasCustomPrompt="1"/>
          </p:nvPr>
        </p:nvSpPr>
        <p:spPr>
          <a:xfrm>
            <a:off x="9591616" y="1330440"/>
            <a:ext cx="1826476" cy="348135"/>
          </a:xfrm>
          <a:prstGeom prst="rect">
            <a:avLst/>
          </a:prstGeom>
        </p:spPr>
        <p:txBody>
          <a:bodyPr/>
          <a:lstStyle>
            <a:lvl1pPr algn="l">
              <a:lnSpc>
                <a:spcPts val="2371"/>
              </a:lnSpc>
              <a:defRPr sz="849" b="1">
                <a:solidFill>
                  <a:srgbClr val="262929"/>
                </a:solidFill>
                <a:latin typeface="+mn-lt"/>
              </a:defRPr>
            </a:lvl1pPr>
          </a:lstStyle>
          <a:p>
            <a:pPr lvl="0"/>
            <a:r>
              <a:rPr lang="es-ES" dirty="0"/>
              <a:t>Título 04</a:t>
            </a:r>
          </a:p>
        </p:txBody>
      </p:sp>
      <p:sp>
        <p:nvSpPr>
          <p:cNvPr id="49" name="Marcador de texto 12">
            <a:extLst>
              <a:ext uri="{FF2B5EF4-FFF2-40B4-BE49-F238E27FC236}">
                <a16:creationId xmlns:a16="http://schemas.microsoft.com/office/drawing/2014/main" id="{A2DA37B0-6355-737C-F81A-818CAE49D9AC}"/>
              </a:ext>
            </a:extLst>
          </p:cNvPr>
          <p:cNvSpPr>
            <a:spLocks noGrp="1" noRot="1" noMove="1" noResize="1" noEditPoints="1" noAdjustHandles="1" noChangeArrowheads="1" noChangeShapeType="1"/>
          </p:cNvSpPr>
          <p:nvPr>
            <p:ph type="body" sz="quarter" idx="21" hasCustomPrompt="1"/>
          </p:nvPr>
        </p:nvSpPr>
        <p:spPr>
          <a:xfrm>
            <a:off x="717612" y="2614413"/>
            <a:ext cx="3756013" cy="457550"/>
          </a:xfrm>
          <a:prstGeom prst="rect">
            <a:avLst/>
          </a:prstGeom>
        </p:spPr>
        <p:txBody>
          <a:bodyPr/>
          <a:lstStyle>
            <a:lvl1pPr marL="7701" marR="3081" algn="l">
              <a:lnSpc>
                <a:spcPts val="1437"/>
              </a:lnSpc>
              <a:spcBef>
                <a:spcPts val="243"/>
              </a:spcBef>
              <a:defRPr sz="1334" b="1" spc="0" baseline="0">
                <a:solidFill>
                  <a:srgbClr val="262929"/>
                </a:solidFill>
                <a:latin typeface="+mn-lt"/>
              </a:defRPr>
            </a:lvl1pPr>
          </a:lstStyle>
          <a:p>
            <a:pPr marL="12700" marR="5080">
              <a:lnSpc>
                <a:spcPts val="2370"/>
              </a:lnSpc>
              <a:spcBef>
                <a:spcPts val="400"/>
              </a:spcBef>
            </a:pPr>
            <a:r>
              <a:rPr lang="it-IT" sz="1334" b="1" dirty="0">
                <a:solidFill>
                  <a:srgbClr val="262929"/>
                </a:solidFill>
                <a:latin typeface="Arial"/>
                <a:cs typeface="Arial"/>
              </a:rPr>
              <a:t>Amendit,</a:t>
            </a:r>
            <a:r>
              <a:rPr lang="it-IT" sz="1334" b="1" spc="-49" dirty="0">
                <a:solidFill>
                  <a:srgbClr val="262929"/>
                </a:solidFill>
                <a:latin typeface="Arial"/>
                <a:cs typeface="Arial"/>
              </a:rPr>
              <a:t> </a:t>
            </a:r>
            <a:r>
              <a:rPr lang="it-IT" sz="1334" b="1" dirty="0">
                <a:solidFill>
                  <a:srgbClr val="262929"/>
                </a:solidFill>
                <a:latin typeface="Arial"/>
                <a:cs typeface="Arial"/>
              </a:rPr>
              <a:t>officip</a:t>
            </a:r>
            <a:r>
              <a:rPr lang="it-IT" sz="1334" b="1" spc="-45" dirty="0">
                <a:solidFill>
                  <a:srgbClr val="262929"/>
                </a:solidFill>
                <a:latin typeface="Arial"/>
                <a:cs typeface="Arial"/>
              </a:rPr>
              <a:t> </a:t>
            </a:r>
            <a:r>
              <a:rPr lang="it-IT" sz="1334" b="1" spc="-6" dirty="0">
                <a:solidFill>
                  <a:srgbClr val="262929"/>
                </a:solidFill>
                <a:latin typeface="Arial"/>
                <a:cs typeface="Arial"/>
              </a:rPr>
              <a:t>sandipitati</a:t>
            </a:r>
            <a:r>
              <a:rPr lang="it-IT" sz="1334" b="1" spc="-45" dirty="0">
                <a:solidFill>
                  <a:srgbClr val="262929"/>
                </a:solidFill>
                <a:latin typeface="Arial"/>
                <a:cs typeface="Arial"/>
              </a:rPr>
              <a:t> </a:t>
            </a:r>
            <a:r>
              <a:rPr lang="it-IT" sz="1334" b="1" spc="-6" dirty="0">
                <a:solidFill>
                  <a:srgbClr val="262929"/>
                </a:solidFill>
                <a:latin typeface="Arial"/>
                <a:cs typeface="Arial"/>
              </a:rPr>
              <a:t>venimi,</a:t>
            </a:r>
            <a:br>
              <a:rPr lang="it-IT" sz="1334" b="1" spc="-6" dirty="0">
                <a:solidFill>
                  <a:srgbClr val="262929"/>
                </a:solidFill>
                <a:latin typeface="Arial"/>
                <a:cs typeface="Arial"/>
              </a:rPr>
            </a:br>
            <a:r>
              <a:rPr lang="it-IT" sz="1334" b="1" spc="-6" dirty="0">
                <a:solidFill>
                  <a:srgbClr val="262929"/>
                </a:solidFill>
                <a:latin typeface="Arial"/>
                <a:cs typeface="Arial"/>
              </a:rPr>
              <a:t>simusa</a:t>
            </a:r>
            <a:r>
              <a:rPr lang="it-IT" sz="1334" b="1" spc="-61" dirty="0">
                <a:solidFill>
                  <a:srgbClr val="262929"/>
                </a:solidFill>
                <a:latin typeface="Arial"/>
                <a:cs typeface="Arial"/>
              </a:rPr>
              <a:t> </a:t>
            </a:r>
            <a:r>
              <a:rPr lang="it-IT" sz="1334" b="1" spc="-6" dirty="0">
                <a:solidFill>
                  <a:srgbClr val="262929"/>
                </a:solidFill>
                <a:latin typeface="Arial"/>
                <a:cs typeface="Arial"/>
              </a:rPr>
              <a:t>nonsequi</a:t>
            </a:r>
            <a:r>
              <a:rPr lang="it-IT" sz="1334" b="1" spc="-58" dirty="0">
                <a:solidFill>
                  <a:srgbClr val="262929"/>
                </a:solidFill>
                <a:latin typeface="Arial"/>
                <a:cs typeface="Arial"/>
              </a:rPr>
              <a:t> </a:t>
            </a:r>
            <a:r>
              <a:rPr lang="it-IT" sz="1334" b="1" dirty="0">
                <a:solidFill>
                  <a:srgbClr val="262929"/>
                </a:solidFill>
                <a:latin typeface="Arial"/>
                <a:cs typeface="Arial"/>
              </a:rPr>
              <a:t>alit,</a:t>
            </a:r>
            <a:r>
              <a:rPr lang="it-IT" sz="1334" b="1" spc="-58" dirty="0">
                <a:solidFill>
                  <a:srgbClr val="262929"/>
                </a:solidFill>
                <a:latin typeface="Arial"/>
                <a:cs typeface="Arial"/>
              </a:rPr>
              <a:t> </a:t>
            </a:r>
            <a:r>
              <a:rPr lang="it-IT" sz="1334" b="1" spc="-6" dirty="0">
                <a:solidFill>
                  <a:srgbClr val="262929"/>
                </a:solidFill>
                <a:latin typeface="Arial"/>
                <a:cs typeface="Arial"/>
              </a:rPr>
              <a:t>quibusa</a:t>
            </a:r>
            <a:r>
              <a:rPr lang="it-IT" sz="1334" b="1" spc="-58" dirty="0">
                <a:solidFill>
                  <a:srgbClr val="262929"/>
                </a:solidFill>
                <a:latin typeface="Arial"/>
                <a:cs typeface="Arial"/>
              </a:rPr>
              <a:t> </a:t>
            </a:r>
            <a:r>
              <a:rPr lang="it-IT" sz="1334" b="1" spc="-6" dirty="0">
                <a:solidFill>
                  <a:srgbClr val="262929"/>
                </a:solidFill>
                <a:latin typeface="Arial"/>
                <a:cs typeface="Arial"/>
              </a:rPr>
              <a:t>meniatectia</a:t>
            </a:r>
            <a:endParaRPr lang="it-IT" sz="1334" dirty="0">
              <a:latin typeface="Arial"/>
              <a:cs typeface="Arial"/>
            </a:endParaRPr>
          </a:p>
        </p:txBody>
      </p:sp>
      <p:sp>
        <p:nvSpPr>
          <p:cNvPr id="50" name="Marcador de texto 12">
            <a:extLst>
              <a:ext uri="{FF2B5EF4-FFF2-40B4-BE49-F238E27FC236}">
                <a16:creationId xmlns:a16="http://schemas.microsoft.com/office/drawing/2014/main" id="{ACE469EE-38DE-5A39-EB32-B7CE01320CE5}"/>
              </a:ext>
            </a:extLst>
          </p:cNvPr>
          <p:cNvSpPr>
            <a:spLocks noGrp="1" noRot="1" noMove="1" noResize="1" noEditPoints="1" noAdjustHandles="1" noChangeArrowheads="1" noChangeShapeType="1"/>
          </p:cNvSpPr>
          <p:nvPr>
            <p:ph type="body" sz="quarter" idx="22" hasCustomPrompt="1"/>
          </p:nvPr>
        </p:nvSpPr>
        <p:spPr>
          <a:xfrm>
            <a:off x="712041" y="3328270"/>
            <a:ext cx="3761584" cy="458776"/>
          </a:xfrm>
          <a:prstGeom prst="rect">
            <a:avLst/>
          </a:prstGeom>
        </p:spPr>
        <p:txBody>
          <a:bodyPr/>
          <a:lstStyle>
            <a:lvl1pPr marL="7701" marR="3081" algn="l">
              <a:lnSpc>
                <a:spcPts val="1437"/>
              </a:lnSpc>
              <a:spcBef>
                <a:spcPts val="243"/>
              </a:spcBef>
              <a:defRPr sz="1334" b="1" spc="0" baseline="0">
                <a:solidFill>
                  <a:srgbClr val="262929"/>
                </a:solidFill>
                <a:latin typeface="+mn-lt"/>
              </a:defRPr>
            </a:lvl1pPr>
          </a:lstStyle>
          <a:p>
            <a:pPr marL="12700" marR="5080">
              <a:lnSpc>
                <a:spcPts val="2370"/>
              </a:lnSpc>
              <a:spcBef>
                <a:spcPts val="400"/>
              </a:spcBef>
            </a:pPr>
            <a:r>
              <a:rPr lang="fr-FR" sz="1334" b="1" dirty="0">
                <a:solidFill>
                  <a:srgbClr val="262929"/>
                </a:solidFill>
                <a:latin typeface="Arial"/>
                <a:cs typeface="Arial"/>
              </a:rPr>
              <a:t>Et</a:t>
            </a:r>
            <a:r>
              <a:rPr lang="fr-FR" sz="1334" b="1" spc="-45" dirty="0">
                <a:solidFill>
                  <a:srgbClr val="262929"/>
                </a:solidFill>
                <a:latin typeface="Arial"/>
                <a:cs typeface="Arial"/>
              </a:rPr>
              <a:t> </a:t>
            </a:r>
            <a:r>
              <a:rPr lang="fr-FR" sz="1334" b="1" dirty="0">
                <a:solidFill>
                  <a:srgbClr val="262929"/>
                </a:solidFill>
                <a:latin typeface="Arial"/>
                <a:cs typeface="Arial"/>
              </a:rPr>
              <a:t>que</a:t>
            </a:r>
            <a:r>
              <a:rPr lang="fr-FR" sz="1334" b="1" spc="-45" dirty="0">
                <a:solidFill>
                  <a:srgbClr val="262929"/>
                </a:solidFill>
                <a:latin typeface="Arial"/>
                <a:cs typeface="Arial"/>
              </a:rPr>
              <a:t> </a:t>
            </a:r>
            <a:r>
              <a:rPr lang="fr-FR" sz="1334" b="1" dirty="0">
                <a:solidFill>
                  <a:srgbClr val="262929"/>
                </a:solidFill>
                <a:latin typeface="Arial"/>
                <a:cs typeface="Arial"/>
              </a:rPr>
              <a:t>et</a:t>
            </a:r>
            <a:r>
              <a:rPr lang="fr-FR" sz="1334" b="1" spc="-42" dirty="0">
                <a:solidFill>
                  <a:srgbClr val="262929"/>
                </a:solidFill>
                <a:latin typeface="Arial"/>
                <a:cs typeface="Arial"/>
              </a:rPr>
              <a:t> </a:t>
            </a:r>
            <a:r>
              <a:rPr lang="fr-FR" sz="1334" b="1" spc="-6" dirty="0" err="1">
                <a:solidFill>
                  <a:srgbClr val="262929"/>
                </a:solidFill>
                <a:latin typeface="Arial"/>
                <a:cs typeface="Arial"/>
              </a:rPr>
              <a:t>dolorempor</a:t>
            </a:r>
            <a:r>
              <a:rPr lang="fr-FR" sz="1334" b="1" spc="-45" dirty="0">
                <a:solidFill>
                  <a:srgbClr val="262929"/>
                </a:solidFill>
                <a:latin typeface="Arial"/>
                <a:cs typeface="Arial"/>
              </a:rPr>
              <a:t> </a:t>
            </a:r>
            <a:r>
              <a:rPr lang="fr-FR" sz="1334" b="1" spc="-6" dirty="0" err="1">
                <a:solidFill>
                  <a:srgbClr val="262929"/>
                </a:solidFill>
                <a:latin typeface="Arial"/>
                <a:cs typeface="Arial"/>
              </a:rPr>
              <a:t>alibeatinus</a:t>
            </a:r>
            <a:r>
              <a:rPr lang="fr-FR" sz="1334" b="1" spc="-6" dirty="0">
                <a:solidFill>
                  <a:srgbClr val="262929"/>
                </a:solidFill>
                <a:latin typeface="Arial"/>
                <a:cs typeface="Arial"/>
              </a:rPr>
              <a:t>,</a:t>
            </a:r>
            <a:r>
              <a:rPr lang="fr-FR" sz="1334" b="1" spc="-39" dirty="0">
                <a:solidFill>
                  <a:srgbClr val="262929"/>
                </a:solidFill>
                <a:latin typeface="Arial"/>
                <a:cs typeface="Arial"/>
              </a:rPr>
              <a:t> </a:t>
            </a:r>
            <a:r>
              <a:rPr lang="fr-FR" sz="1334" b="1" spc="-6" dirty="0" err="1">
                <a:solidFill>
                  <a:srgbClr val="262929"/>
                </a:solidFill>
                <a:latin typeface="Arial"/>
                <a:cs typeface="Arial"/>
              </a:rPr>
              <a:t>quatquam</a:t>
            </a:r>
            <a:r>
              <a:rPr lang="fr-FR" sz="1334" b="1" spc="-6" dirty="0">
                <a:solidFill>
                  <a:srgbClr val="262929"/>
                </a:solidFill>
                <a:latin typeface="Arial"/>
                <a:cs typeface="Arial"/>
              </a:rPr>
              <a:t> </a:t>
            </a:r>
            <a:r>
              <a:rPr lang="fr-FR" sz="1334" b="1" dirty="0" err="1">
                <a:solidFill>
                  <a:srgbClr val="262929"/>
                </a:solidFill>
                <a:latin typeface="Arial"/>
                <a:cs typeface="Arial"/>
              </a:rPr>
              <a:t>conest</a:t>
            </a:r>
            <a:r>
              <a:rPr lang="fr-FR" sz="1334" b="1" dirty="0">
                <a:solidFill>
                  <a:srgbClr val="262929"/>
                </a:solidFill>
                <a:latin typeface="Arial"/>
                <a:cs typeface="Arial"/>
              </a:rPr>
              <a:t>,</a:t>
            </a:r>
            <a:r>
              <a:rPr lang="fr-FR" sz="1334" b="1" spc="-69" dirty="0">
                <a:solidFill>
                  <a:srgbClr val="262929"/>
                </a:solidFill>
                <a:latin typeface="Arial"/>
                <a:cs typeface="Arial"/>
              </a:rPr>
              <a:t> </a:t>
            </a:r>
            <a:r>
              <a:rPr lang="fr-FR" sz="1334" b="1" dirty="0" err="1">
                <a:solidFill>
                  <a:srgbClr val="262929"/>
                </a:solidFill>
                <a:latin typeface="Arial"/>
                <a:cs typeface="Arial"/>
              </a:rPr>
              <a:t>cuptati</a:t>
            </a:r>
            <a:r>
              <a:rPr lang="fr-FR" sz="1334" b="1" spc="-69" dirty="0">
                <a:solidFill>
                  <a:srgbClr val="262929"/>
                </a:solidFill>
                <a:latin typeface="Arial"/>
                <a:cs typeface="Arial"/>
              </a:rPr>
              <a:t> </a:t>
            </a:r>
            <a:r>
              <a:rPr lang="fr-FR" sz="1334" b="1" dirty="0" err="1">
                <a:solidFill>
                  <a:srgbClr val="262929"/>
                </a:solidFill>
                <a:latin typeface="Arial"/>
                <a:cs typeface="Arial"/>
              </a:rPr>
              <a:t>quidus</a:t>
            </a:r>
            <a:r>
              <a:rPr lang="fr-FR" sz="1334" b="1" spc="-67" dirty="0">
                <a:solidFill>
                  <a:srgbClr val="262929"/>
                </a:solidFill>
                <a:latin typeface="Arial"/>
                <a:cs typeface="Arial"/>
              </a:rPr>
              <a:t> </a:t>
            </a:r>
            <a:r>
              <a:rPr lang="fr-FR" sz="1334" b="1" dirty="0" err="1">
                <a:solidFill>
                  <a:srgbClr val="262929"/>
                </a:solidFill>
                <a:latin typeface="Arial"/>
                <a:cs typeface="Arial"/>
              </a:rPr>
              <a:t>abore</a:t>
            </a:r>
            <a:r>
              <a:rPr lang="fr-FR" sz="1334" b="1" spc="-69" dirty="0">
                <a:solidFill>
                  <a:srgbClr val="262929"/>
                </a:solidFill>
                <a:latin typeface="Arial"/>
                <a:cs typeface="Arial"/>
              </a:rPr>
              <a:t> </a:t>
            </a:r>
            <a:r>
              <a:rPr lang="fr-FR" sz="1334" b="1" spc="-6" dirty="0" err="1">
                <a:solidFill>
                  <a:srgbClr val="262929"/>
                </a:solidFill>
                <a:latin typeface="Arial"/>
                <a:cs typeface="Arial"/>
              </a:rPr>
              <a:t>nonse</a:t>
            </a:r>
            <a:endParaRPr lang="fr-FR" sz="1334" dirty="0">
              <a:latin typeface="Arial"/>
              <a:cs typeface="Arial"/>
            </a:endParaRPr>
          </a:p>
        </p:txBody>
      </p:sp>
      <p:sp>
        <p:nvSpPr>
          <p:cNvPr id="52" name="Marcador de texto 12">
            <a:extLst>
              <a:ext uri="{FF2B5EF4-FFF2-40B4-BE49-F238E27FC236}">
                <a16:creationId xmlns:a16="http://schemas.microsoft.com/office/drawing/2014/main" id="{533622A3-A009-4153-044C-5A3654402B04}"/>
              </a:ext>
            </a:extLst>
          </p:cNvPr>
          <p:cNvSpPr>
            <a:spLocks noGrp="1" noRot="1" noMove="1" noResize="1" noEditPoints="1" noAdjustHandles="1" noChangeArrowheads="1" noChangeShapeType="1"/>
          </p:cNvSpPr>
          <p:nvPr>
            <p:ph type="body" sz="quarter" idx="23" hasCustomPrompt="1"/>
          </p:nvPr>
        </p:nvSpPr>
        <p:spPr>
          <a:xfrm>
            <a:off x="715460" y="4170453"/>
            <a:ext cx="3758165" cy="270485"/>
          </a:xfrm>
          <a:prstGeom prst="rect">
            <a:avLst/>
          </a:prstGeom>
        </p:spPr>
        <p:txBody>
          <a:bodyPr/>
          <a:lstStyle>
            <a:lvl1pPr algn="l">
              <a:lnSpc>
                <a:spcPct val="100000"/>
              </a:lnSpc>
              <a:defRPr sz="1334" b="1" spc="0" baseline="0">
                <a:solidFill>
                  <a:srgbClr val="262929"/>
                </a:solidFill>
                <a:latin typeface="+mn-lt"/>
              </a:defRPr>
            </a:lvl1pPr>
          </a:lstStyle>
          <a:p>
            <a:pPr marL="7701" marR="0" lvl="0" indent="0" algn="l" defTabSz="554492" eaLnBrk="1" fontAlgn="auto" latinLnBrk="0" hangingPunct="1">
              <a:lnSpc>
                <a:spcPct val="100000"/>
              </a:lnSpc>
              <a:spcBef>
                <a:spcPts val="58"/>
              </a:spcBef>
              <a:spcAft>
                <a:spcPts val="0"/>
              </a:spcAft>
              <a:buClrTx/>
              <a:buSzTx/>
              <a:buFontTx/>
              <a:buNone/>
              <a:tabLst/>
              <a:defRPr/>
            </a:pPr>
            <a:r>
              <a:rPr lang="es-ES" sz="1213" b="1" spc="-6" dirty="0" err="1">
                <a:solidFill>
                  <a:srgbClr val="262929"/>
                </a:solidFill>
                <a:latin typeface="Arial"/>
                <a:cs typeface="Arial"/>
              </a:rPr>
              <a:t>Busandebis</a:t>
            </a:r>
            <a:r>
              <a:rPr lang="es-ES" sz="1213" b="1" spc="-67" dirty="0">
                <a:solidFill>
                  <a:srgbClr val="262929"/>
                </a:solidFill>
                <a:latin typeface="Arial"/>
                <a:cs typeface="Arial"/>
              </a:rPr>
              <a:t> </a:t>
            </a:r>
            <a:r>
              <a:rPr lang="es-ES" sz="1213" b="1" spc="-6" dirty="0" err="1">
                <a:solidFill>
                  <a:srgbClr val="262929"/>
                </a:solidFill>
                <a:latin typeface="Arial"/>
                <a:cs typeface="Arial"/>
              </a:rPr>
              <a:t>consedis</a:t>
            </a:r>
            <a:r>
              <a:rPr lang="es-ES" sz="1213" b="1" spc="-67" dirty="0">
                <a:solidFill>
                  <a:srgbClr val="262929"/>
                </a:solidFill>
                <a:latin typeface="Arial"/>
                <a:cs typeface="Arial"/>
              </a:rPr>
              <a:t> </a:t>
            </a:r>
            <a:r>
              <a:rPr lang="es-ES" sz="1213" b="1" dirty="0" err="1">
                <a:solidFill>
                  <a:srgbClr val="262929"/>
                </a:solidFill>
                <a:latin typeface="Arial"/>
                <a:cs typeface="Arial"/>
              </a:rPr>
              <a:t>ipsa</a:t>
            </a:r>
            <a:r>
              <a:rPr lang="es-ES" sz="1213" b="1" spc="-67" dirty="0">
                <a:solidFill>
                  <a:srgbClr val="262929"/>
                </a:solidFill>
                <a:latin typeface="Arial"/>
                <a:cs typeface="Arial"/>
              </a:rPr>
              <a:t> </a:t>
            </a:r>
            <a:r>
              <a:rPr lang="es-ES" sz="1092" b="1" spc="-6" dirty="0" err="1">
                <a:solidFill>
                  <a:srgbClr val="262929"/>
                </a:solidFill>
                <a:latin typeface="Arial"/>
                <a:cs typeface="Arial"/>
              </a:rPr>
              <a:t>ipsam</a:t>
            </a:r>
            <a:endParaRPr lang="es-ES" sz="1092" dirty="0">
              <a:latin typeface="Arial"/>
              <a:cs typeface="Arial"/>
            </a:endParaRPr>
          </a:p>
        </p:txBody>
      </p:sp>
      <p:sp>
        <p:nvSpPr>
          <p:cNvPr id="53" name="Marcador de texto 12">
            <a:extLst>
              <a:ext uri="{FF2B5EF4-FFF2-40B4-BE49-F238E27FC236}">
                <a16:creationId xmlns:a16="http://schemas.microsoft.com/office/drawing/2014/main" id="{93863A77-71D6-3F7F-C4DC-7A13B57EF6D6}"/>
              </a:ext>
            </a:extLst>
          </p:cNvPr>
          <p:cNvSpPr>
            <a:spLocks noGrp="1" noRot="1" noMove="1" noResize="1" noEditPoints="1" noAdjustHandles="1" noChangeArrowheads="1" noChangeShapeType="1"/>
          </p:cNvSpPr>
          <p:nvPr>
            <p:ph type="body" sz="quarter" idx="24" hasCustomPrompt="1"/>
          </p:nvPr>
        </p:nvSpPr>
        <p:spPr>
          <a:xfrm>
            <a:off x="717614" y="4848186"/>
            <a:ext cx="3749241" cy="458776"/>
          </a:xfrm>
          <a:prstGeom prst="rect">
            <a:avLst/>
          </a:prstGeom>
        </p:spPr>
        <p:txBody>
          <a:bodyPr/>
          <a:lstStyle>
            <a:lvl1pPr marL="7701" marR="3081" algn="l">
              <a:lnSpc>
                <a:spcPts val="1437"/>
              </a:lnSpc>
              <a:spcBef>
                <a:spcPts val="243"/>
              </a:spcBef>
              <a:defRPr sz="1334" b="1" spc="0" baseline="0">
                <a:solidFill>
                  <a:srgbClr val="262929"/>
                </a:solidFill>
                <a:latin typeface="+mn-lt"/>
              </a:defRPr>
            </a:lvl1pPr>
          </a:lstStyle>
          <a:p>
            <a:pPr marL="12700" marR="5080">
              <a:lnSpc>
                <a:spcPts val="2370"/>
              </a:lnSpc>
              <a:spcBef>
                <a:spcPts val="400"/>
              </a:spcBef>
            </a:pPr>
            <a:r>
              <a:rPr lang="pt-BR" sz="1334" b="1" spc="-12" dirty="0" err="1">
                <a:solidFill>
                  <a:srgbClr val="262929"/>
                </a:solidFill>
                <a:latin typeface="Arial"/>
                <a:cs typeface="Arial"/>
              </a:rPr>
              <a:t>Ficidunt</a:t>
            </a:r>
            <a:r>
              <a:rPr lang="pt-BR" sz="1334" b="1" spc="-52" dirty="0">
                <a:solidFill>
                  <a:srgbClr val="262929"/>
                </a:solidFill>
                <a:latin typeface="Arial"/>
                <a:cs typeface="Arial"/>
              </a:rPr>
              <a:t> </a:t>
            </a:r>
            <a:r>
              <a:rPr lang="pt-BR" sz="1334" b="1" dirty="0">
                <a:solidFill>
                  <a:srgbClr val="262929"/>
                </a:solidFill>
                <a:latin typeface="Arial"/>
                <a:cs typeface="Arial"/>
              </a:rPr>
              <a:t>quo</a:t>
            </a:r>
            <a:r>
              <a:rPr lang="pt-BR" sz="1334" b="1" spc="-52" dirty="0">
                <a:solidFill>
                  <a:srgbClr val="262929"/>
                </a:solidFill>
                <a:latin typeface="Arial"/>
                <a:cs typeface="Arial"/>
              </a:rPr>
              <a:t> </a:t>
            </a:r>
            <a:r>
              <a:rPr lang="pt-BR" sz="1334" b="1" spc="-6" dirty="0" err="1">
                <a:solidFill>
                  <a:srgbClr val="262929"/>
                </a:solidFill>
                <a:latin typeface="Arial"/>
                <a:cs typeface="Arial"/>
              </a:rPr>
              <a:t>volorem</a:t>
            </a:r>
            <a:r>
              <a:rPr lang="pt-BR" sz="1334" b="1" spc="-52" dirty="0">
                <a:solidFill>
                  <a:srgbClr val="262929"/>
                </a:solidFill>
                <a:latin typeface="Arial"/>
                <a:cs typeface="Arial"/>
              </a:rPr>
              <a:t> </a:t>
            </a:r>
            <a:r>
              <a:rPr lang="pt-BR" sz="1334" b="1" spc="-6" dirty="0" err="1">
                <a:solidFill>
                  <a:srgbClr val="262929"/>
                </a:solidFill>
                <a:latin typeface="Arial"/>
                <a:cs typeface="Arial"/>
              </a:rPr>
              <a:t>doluptatas</a:t>
            </a:r>
            <a:br>
              <a:rPr lang="pt-BR" sz="1334" b="1" spc="-6" dirty="0">
                <a:solidFill>
                  <a:srgbClr val="262929"/>
                </a:solidFill>
                <a:latin typeface="Arial"/>
                <a:cs typeface="Arial"/>
              </a:rPr>
            </a:br>
            <a:r>
              <a:rPr lang="pt-BR" sz="1334" b="1" dirty="0">
                <a:solidFill>
                  <a:srgbClr val="262929"/>
                </a:solidFill>
                <a:latin typeface="Arial"/>
                <a:cs typeface="Arial"/>
              </a:rPr>
              <a:t>et</a:t>
            </a:r>
            <a:r>
              <a:rPr lang="pt-BR" sz="1334" b="1" spc="-49" dirty="0">
                <a:solidFill>
                  <a:srgbClr val="262929"/>
                </a:solidFill>
                <a:latin typeface="Arial"/>
                <a:cs typeface="Arial"/>
              </a:rPr>
              <a:t> </a:t>
            </a:r>
            <a:r>
              <a:rPr lang="pt-BR" sz="1334" b="1" spc="-6" dirty="0" err="1">
                <a:solidFill>
                  <a:srgbClr val="262929"/>
                </a:solidFill>
                <a:latin typeface="Arial"/>
                <a:cs typeface="Arial"/>
              </a:rPr>
              <a:t>expero</a:t>
            </a:r>
            <a:r>
              <a:rPr lang="pt-BR" sz="1334" b="1" spc="-49" dirty="0">
                <a:solidFill>
                  <a:srgbClr val="262929"/>
                </a:solidFill>
                <a:latin typeface="Arial"/>
                <a:cs typeface="Arial"/>
              </a:rPr>
              <a:t> </a:t>
            </a:r>
            <a:r>
              <a:rPr lang="pt-BR" sz="1334" b="1" spc="-12" dirty="0" err="1">
                <a:solidFill>
                  <a:srgbClr val="262929"/>
                </a:solidFill>
                <a:latin typeface="Arial"/>
                <a:cs typeface="Arial"/>
              </a:rPr>
              <a:t>excepudae</a:t>
            </a:r>
            <a:r>
              <a:rPr lang="pt-BR" sz="1334" b="1" spc="-49" dirty="0">
                <a:solidFill>
                  <a:srgbClr val="262929"/>
                </a:solidFill>
                <a:latin typeface="Arial"/>
                <a:cs typeface="Arial"/>
              </a:rPr>
              <a:t> </a:t>
            </a:r>
            <a:r>
              <a:rPr lang="pt-BR" sz="1334" b="1" spc="-6" dirty="0" err="1">
                <a:solidFill>
                  <a:srgbClr val="262929"/>
                </a:solidFill>
                <a:latin typeface="Arial"/>
                <a:cs typeface="Arial"/>
              </a:rPr>
              <a:t>incid</a:t>
            </a:r>
            <a:endParaRPr lang="pt-BR" sz="1334" dirty="0">
              <a:latin typeface="Arial"/>
              <a:cs typeface="Arial"/>
            </a:endParaRPr>
          </a:p>
        </p:txBody>
      </p:sp>
      <p:sp>
        <p:nvSpPr>
          <p:cNvPr id="55" name="Marcador de texto 12">
            <a:extLst>
              <a:ext uri="{FF2B5EF4-FFF2-40B4-BE49-F238E27FC236}">
                <a16:creationId xmlns:a16="http://schemas.microsoft.com/office/drawing/2014/main" id="{FDD34476-F5BD-61AF-F056-25B5BB590730}"/>
              </a:ext>
            </a:extLst>
          </p:cNvPr>
          <p:cNvSpPr>
            <a:spLocks noGrp="1" noRot="1" noMove="1" noResize="1" noEditPoints="1" noAdjustHandles="1" noChangeArrowheads="1" noChangeShapeType="1"/>
          </p:cNvSpPr>
          <p:nvPr>
            <p:ph type="body" sz="quarter" idx="26" hasCustomPrompt="1"/>
          </p:nvPr>
        </p:nvSpPr>
        <p:spPr>
          <a:xfrm>
            <a:off x="7264107" y="1842378"/>
            <a:ext cx="1558342" cy="457550"/>
          </a:xfrm>
          <a:prstGeom prst="rect">
            <a:avLst/>
          </a:prstGeom>
        </p:spPr>
        <p:txBody>
          <a:bodyPr/>
          <a:lstStyle>
            <a:lvl1pPr marL="7701" marR="3081" algn="just">
              <a:lnSpc>
                <a:spcPts val="794"/>
              </a:lnSpc>
              <a:spcBef>
                <a:spcPts val="167"/>
              </a:spcBef>
              <a:defRPr sz="728" b="0" spc="0" baseline="0">
                <a:solidFill>
                  <a:srgbClr val="262929"/>
                </a:solidFill>
                <a:latin typeface="+mn-lt"/>
              </a:defRPr>
            </a:lvl1pPr>
          </a:lstStyle>
          <a:p>
            <a:pPr marL="12700" marR="5080" algn="just">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spc="6" dirty="0">
                <a:solidFill>
                  <a:srgbClr val="262929"/>
                </a:solidFill>
                <a:latin typeface="Arial"/>
                <a:cs typeface="Arial"/>
              </a:rPr>
              <a:t> </a:t>
            </a:r>
            <a:r>
              <a:rPr lang="es-ES" sz="728" dirty="0">
                <a:solidFill>
                  <a:srgbClr val="262929"/>
                </a:solidFill>
                <a:latin typeface="Arial"/>
                <a:cs typeface="Arial"/>
              </a:rPr>
              <a:t>re</a:t>
            </a:r>
            <a:r>
              <a:rPr lang="es-ES" sz="728" spc="6" dirty="0">
                <a:solidFill>
                  <a:srgbClr val="262929"/>
                </a:solidFill>
                <a:latin typeface="Arial"/>
                <a:cs typeface="Arial"/>
              </a:rPr>
              <a:t> </a:t>
            </a:r>
            <a:r>
              <a:rPr lang="es-ES" sz="728" dirty="0">
                <a:solidFill>
                  <a:srgbClr val="262929"/>
                </a:solidFill>
                <a:latin typeface="Arial"/>
                <a:cs typeface="Arial"/>
              </a:rPr>
              <a:t>sitas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9" dirty="0">
                <a:solidFill>
                  <a:srgbClr val="262929"/>
                </a:solidFill>
                <a:latin typeface="Arial"/>
                <a:cs typeface="Arial"/>
              </a:rPr>
              <a:t> </a:t>
            </a:r>
            <a:r>
              <a:rPr lang="es-ES" sz="728" spc="-6" dirty="0" err="1">
                <a:solidFill>
                  <a:srgbClr val="262929"/>
                </a:solidFill>
                <a:latin typeface="Arial"/>
                <a:cs typeface="Arial"/>
              </a:rPr>
              <a:t>ipsus</a:t>
            </a:r>
            <a:r>
              <a:rPr lang="es-ES" sz="728" spc="-6" dirty="0">
                <a:solidFill>
                  <a:srgbClr val="262929"/>
                </a:solidFill>
                <a:latin typeface="Arial"/>
                <a:cs typeface="Arial"/>
              </a:rPr>
              <a:t>.</a:t>
            </a:r>
            <a:endParaRPr lang="es-ES" sz="728" dirty="0">
              <a:latin typeface="Arial"/>
              <a:cs typeface="Arial"/>
            </a:endParaRPr>
          </a:p>
        </p:txBody>
      </p:sp>
      <p:sp>
        <p:nvSpPr>
          <p:cNvPr id="57" name="Marcador de texto 12">
            <a:extLst>
              <a:ext uri="{FF2B5EF4-FFF2-40B4-BE49-F238E27FC236}">
                <a16:creationId xmlns:a16="http://schemas.microsoft.com/office/drawing/2014/main" id="{18C2D58E-78EF-984C-C5F5-ECE699026FB8}"/>
              </a:ext>
            </a:extLst>
          </p:cNvPr>
          <p:cNvSpPr>
            <a:spLocks noGrp="1" noRot="1" noMove="1" noResize="1" noEditPoints="1" noAdjustHandles="1" noChangeArrowheads="1" noChangeShapeType="1"/>
          </p:cNvSpPr>
          <p:nvPr>
            <p:ph type="body" sz="quarter" idx="28" hasCustomPrompt="1"/>
          </p:nvPr>
        </p:nvSpPr>
        <p:spPr>
          <a:xfrm>
            <a:off x="9591011" y="1842378"/>
            <a:ext cx="1617385" cy="457550"/>
          </a:xfrm>
          <a:prstGeom prst="rect">
            <a:avLst/>
          </a:prstGeom>
        </p:spPr>
        <p:txBody>
          <a:bodyPr/>
          <a:lstStyle>
            <a:lvl1pPr marL="7701" marR="3081" indent="-385" algn="l">
              <a:lnSpc>
                <a:spcPts val="800"/>
              </a:lnSpc>
              <a:spcBef>
                <a:spcPts val="161"/>
              </a:spcBef>
              <a:defRPr sz="728" b="0" spc="0" baseline="0">
                <a:solidFill>
                  <a:srgbClr val="262929"/>
                </a:solidFill>
                <a:latin typeface="+mn-lt"/>
              </a:defRPr>
            </a:lvl1pPr>
          </a:lstStyle>
          <a:p>
            <a:pPr marL="12700" marR="5080" indent="-635">
              <a:lnSpc>
                <a:spcPts val="1320"/>
              </a:lnSpc>
              <a:spcBef>
                <a:spcPts val="265"/>
              </a:spcBef>
            </a:pPr>
            <a:r>
              <a:rPr lang="fr-FR" sz="728" dirty="0" err="1">
                <a:solidFill>
                  <a:srgbClr val="262929"/>
                </a:solidFill>
                <a:latin typeface="Arial"/>
                <a:cs typeface="Arial"/>
              </a:rPr>
              <a:t>Unt</a:t>
            </a:r>
            <a:r>
              <a:rPr lang="fr-FR" sz="728" spc="3" dirty="0">
                <a:solidFill>
                  <a:srgbClr val="262929"/>
                </a:solidFill>
                <a:latin typeface="Arial"/>
                <a:cs typeface="Arial"/>
              </a:rPr>
              <a:t> </a:t>
            </a:r>
            <a:r>
              <a:rPr lang="fr-FR" sz="728" dirty="0">
                <a:solidFill>
                  <a:srgbClr val="262929"/>
                </a:solidFill>
                <a:latin typeface="Arial"/>
                <a:cs typeface="Arial"/>
              </a:rPr>
              <a:t>et,</a:t>
            </a:r>
            <a:r>
              <a:rPr lang="fr-FR" sz="728" spc="3" dirty="0">
                <a:solidFill>
                  <a:srgbClr val="262929"/>
                </a:solidFill>
                <a:latin typeface="Arial"/>
                <a:cs typeface="Arial"/>
              </a:rPr>
              <a:t> </a:t>
            </a:r>
            <a:r>
              <a:rPr lang="fr-FR" sz="728" dirty="0" err="1">
                <a:solidFill>
                  <a:srgbClr val="262929"/>
                </a:solidFill>
                <a:latin typeface="Arial"/>
                <a:cs typeface="Arial"/>
              </a:rPr>
              <a:t>eate</a:t>
            </a:r>
            <a:r>
              <a:rPr lang="fr-FR" sz="728" spc="6" dirty="0">
                <a:solidFill>
                  <a:srgbClr val="262929"/>
                </a:solidFill>
                <a:latin typeface="Arial"/>
                <a:cs typeface="Arial"/>
              </a:rPr>
              <a:t> </a:t>
            </a:r>
            <a:r>
              <a:rPr lang="fr-FR" sz="728" dirty="0">
                <a:solidFill>
                  <a:srgbClr val="262929"/>
                </a:solidFill>
                <a:latin typeface="Arial"/>
                <a:cs typeface="Arial"/>
              </a:rPr>
              <a:t>que</a:t>
            </a:r>
            <a:r>
              <a:rPr lang="fr-FR" sz="728" spc="3" dirty="0">
                <a:solidFill>
                  <a:srgbClr val="262929"/>
                </a:solidFill>
                <a:latin typeface="Arial"/>
                <a:cs typeface="Arial"/>
              </a:rPr>
              <a:t> </a:t>
            </a:r>
            <a:r>
              <a:rPr lang="fr-FR" sz="728" dirty="0">
                <a:solidFill>
                  <a:srgbClr val="262929"/>
                </a:solidFill>
                <a:latin typeface="Arial"/>
                <a:cs typeface="Arial"/>
              </a:rPr>
              <a:t>nia</a:t>
            </a:r>
            <a:r>
              <a:rPr lang="fr-FR" sz="728" spc="3" dirty="0">
                <a:solidFill>
                  <a:srgbClr val="262929"/>
                </a:solidFill>
                <a:latin typeface="Arial"/>
                <a:cs typeface="Arial"/>
              </a:rPr>
              <a:t> </a:t>
            </a:r>
            <a:r>
              <a:rPr lang="fr-FR" sz="728" dirty="0" err="1">
                <a:solidFill>
                  <a:srgbClr val="262929"/>
                </a:solidFill>
                <a:latin typeface="Arial"/>
                <a:cs typeface="Arial"/>
              </a:rPr>
              <a:t>aboribust</a:t>
            </a:r>
            <a:r>
              <a:rPr lang="fr-FR" sz="728" spc="6" dirty="0">
                <a:solidFill>
                  <a:srgbClr val="262929"/>
                </a:solidFill>
                <a:latin typeface="Arial"/>
                <a:cs typeface="Arial"/>
              </a:rPr>
              <a:t> </a:t>
            </a:r>
            <a:r>
              <a:rPr lang="fr-FR" sz="728" spc="-12" dirty="0">
                <a:solidFill>
                  <a:srgbClr val="262929"/>
                </a:solidFill>
                <a:latin typeface="Arial"/>
                <a:cs typeface="Arial"/>
              </a:rPr>
              <a:t>voles </a:t>
            </a:r>
            <a:r>
              <a:rPr lang="fr-FR" sz="728" dirty="0" err="1">
                <a:solidFill>
                  <a:srgbClr val="262929"/>
                </a:solidFill>
                <a:latin typeface="Arial"/>
                <a:cs typeface="Arial"/>
              </a:rPr>
              <a:t>ressimi</a:t>
            </a:r>
            <a:r>
              <a:rPr lang="fr-FR" sz="728" spc="6" dirty="0">
                <a:solidFill>
                  <a:srgbClr val="262929"/>
                </a:solidFill>
                <a:latin typeface="Arial"/>
                <a:cs typeface="Arial"/>
              </a:rPr>
              <a:t> </a:t>
            </a:r>
            <a:r>
              <a:rPr lang="fr-FR" sz="728" dirty="0" err="1">
                <a:solidFill>
                  <a:srgbClr val="262929"/>
                </a:solidFill>
                <a:latin typeface="Arial"/>
                <a:cs typeface="Arial"/>
              </a:rPr>
              <a:t>licidis</a:t>
            </a:r>
            <a:r>
              <a:rPr lang="fr-FR" sz="728" spc="6" dirty="0">
                <a:solidFill>
                  <a:srgbClr val="262929"/>
                </a:solidFill>
                <a:latin typeface="Arial"/>
                <a:cs typeface="Arial"/>
              </a:rPr>
              <a:t> </a:t>
            </a:r>
            <a:r>
              <a:rPr lang="fr-FR" sz="728" dirty="0" err="1">
                <a:solidFill>
                  <a:srgbClr val="262929"/>
                </a:solidFill>
                <a:latin typeface="Arial"/>
                <a:cs typeface="Arial"/>
              </a:rPr>
              <a:t>doluptae</a:t>
            </a:r>
            <a:r>
              <a:rPr lang="fr-FR" sz="728" spc="6" dirty="0">
                <a:solidFill>
                  <a:srgbClr val="262929"/>
                </a:solidFill>
                <a:latin typeface="Arial"/>
                <a:cs typeface="Arial"/>
              </a:rPr>
              <a:t> </a:t>
            </a:r>
            <a:r>
              <a:rPr lang="fr-FR" sz="728" spc="-6" dirty="0" err="1">
                <a:solidFill>
                  <a:srgbClr val="262929"/>
                </a:solidFill>
                <a:latin typeface="Arial"/>
                <a:cs typeface="Arial"/>
              </a:rPr>
              <a:t>exeribus</a:t>
            </a:r>
            <a:endParaRPr lang="fr-FR" sz="728" dirty="0">
              <a:latin typeface="Arial"/>
              <a:cs typeface="Arial"/>
            </a:endParaRPr>
          </a:p>
        </p:txBody>
      </p:sp>
      <p:sp>
        <p:nvSpPr>
          <p:cNvPr id="59" name="Marcador de texto 12">
            <a:extLst>
              <a:ext uri="{FF2B5EF4-FFF2-40B4-BE49-F238E27FC236}">
                <a16:creationId xmlns:a16="http://schemas.microsoft.com/office/drawing/2014/main" id="{B98ECC01-77EF-E8D9-ECF7-9BD88DFBB102}"/>
              </a:ext>
            </a:extLst>
          </p:cNvPr>
          <p:cNvSpPr>
            <a:spLocks noGrp="1" noRot="1" noMove="1" noResize="1" noEditPoints="1" noAdjustHandles="1" noChangeArrowheads="1" noChangeShapeType="1"/>
          </p:cNvSpPr>
          <p:nvPr>
            <p:ph type="body" sz="quarter" idx="30" hasCustomPrompt="1"/>
          </p:nvPr>
        </p:nvSpPr>
        <p:spPr>
          <a:xfrm>
            <a:off x="7264107" y="2581440"/>
            <a:ext cx="1558342" cy="457550"/>
          </a:xfrm>
          <a:prstGeom prst="rect">
            <a:avLst/>
          </a:prstGeom>
        </p:spPr>
        <p:txBody>
          <a:bodyPr/>
          <a:lstStyle>
            <a:lvl1pPr marL="7701" marR="3081" algn="l">
              <a:lnSpc>
                <a:spcPts val="794"/>
              </a:lnSpc>
              <a:spcBef>
                <a:spcPts val="167"/>
              </a:spcBef>
              <a:defRPr sz="728" b="0" spc="0" baseline="0">
                <a:solidFill>
                  <a:srgbClr val="262929"/>
                </a:solidFill>
                <a:latin typeface="+mn-lt"/>
              </a:defRPr>
            </a:lvl1pPr>
          </a:lstStyle>
          <a:p>
            <a:pPr marL="12700" marR="5080">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dirty="0">
                <a:solidFill>
                  <a:srgbClr val="262929"/>
                </a:solidFill>
                <a:latin typeface="Arial"/>
                <a:cs typeface="Arial"/>
              </a:rPr>
              <a:t> re</a:t>
            </a:r>
            <a:r>
              <a:rPr lang="es-ES" sz="728" spc="3" dirty="0">
                <a:solidFill>
                  <a:srgbClr val="262929"/>
                </a:solidFill>
                <a:latin typeface="Arial"/>
                <a:cs typeface="Arial"/>
              </a:rPr>
              <a:t> </a:t>
            </a:r>
            <a:r>
              <a:rPr lang="es-ES" sz="728" dirty="0">
                <a:solidFill>
                  <a:srgbClr val="262929"/>
                </a:solidFill>
                <a:latin typeface="Arial"/>
                <a:cs typeface="Arial"/>
              </a:rPr>
              <a:t>sitas</a:t>
            </a:r>
            <a:r>
              <a:rPr lang="es-ES" sz="728" spc="3"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err="1">
                <a:solidFill>
                  <a:srgbClr val="262929"/>
                </a:solidFill>
                <a:latin typeface="Arial"/>
                <a:cs typeface="Arial"/>
              </a:rPr>
              <a:t>ipsus</a:t>
            </a:r>
            <a:r>
              <a:rPr lang="es-ES" sz="728" dirty="0">
                <a:solidFill>
                  <a:srgbClr val="262929"/>
                </a:solidFill>
                <a:latin typeface="Arial"/>
                <a:cs typeface="Arial"/>
              </a:rPr>
              <a:t>,</a:t>
            </a:r>
            <a:r>
              <a:rPr lang="es-ES" sz="728" spc="3" dirty="0">
                <a:solidFill>
                  <a:srgbClr val="262929"/>
                </a:solidFill>
                <a:latin typeface="Arial"/>
                <a:cs typeface="Arial"/>
              </a:rPr>
              <a:t> </a:t>
            </a:r>
            <a:r>
              <a:rPr lang="es-ES" sz="728" dirty="0">
                <a:solidFill>
                  <a:srgbClr val="262929"/>
                </a:solidFill>
                <a:latin typeface="Arial"/>
                <a:cs typeface="Arial"/>
              </a:rPr>
              <a:t>quis</a:t>
            </a:r>
            <a:r>
              <a:rPr lang="es-ES" sz="728" spc="3" dirty="0">
                <a:solidFill>
                  <a:srgbClr val="262929"/>
                </a:solidFill>
                <a:latin typeface="Arial"/>
                <a:cs typeface="Arial"/>
              </a:rPr>
              <a:t> </a:t>
            </a:r>
            <a:r>
              <a:rPr lang="es-ES" sz="728" spc="-12" dirty="0" err="1">
                <a:solidFill>
                  <a:srgbClr val="262929"/>
                </a:solidFill>
                <a:latin typeface="Arial"/>
                <a:cs typeface="Arial"/>
              </a:rPr>
              <a:t>atem</a:t>
            </a:r>
            <a:r>
              <a:rPr lang="es-ES" sz="728" spc="-12" dirty="0">
                <a:solidFill>
                  <a:srgbClr val="262929"/>
                </a:solidFill>
                <a:latin typeface="Arial"/>
                <a:cs typeface="Arial"/>
              </a:rPr>
              <a:t> </a:t>
            </a:r>
            <a:r>
              <a:rPr lang="es-ES" sz="728" dirty="0" err="1">
                <a:solidFill>
                  <a:srgbClr val="262929"/>
                </a:solidFill>
                <a:latin typeface="Arial"/>
                <a:cs typeface="Arial"/>
              </a:rPr>
              <a:t>venditatusto</a:t>
            </a:r>
            <a:r>
              <a:rPr lang="es-ES" sz="728" spc="-36" dirty="0">
                <a:solidFill>
                  <a:srgbClr val="262929"/>
                </a:solidFill>
                <a:latin typeface="Arial"/>
                <a:cs typeface="Arial"/>
              </a:rPr>
              <a:t> </a:t>
            </a:r>
            <a:r>
              <a:rPr lang="es-ES" sz="728" spc="-6" dirty="0" err="1">
                <a:solidFill>
                  <a:srgbClr val="262929"/>
                </a:solidFill>
                <a:latin typeface="Arial"/>
                <a:cs typeface="Arial"/>
              </a:rPr>
              <a:t>excepud</a:t>
            </a:r>
            <a:endParaRPr lang="es-ES" sz="728" dirty="0">
              <a:latin typeface="Arial"/>
              <a:cs typeface="Arial"/>
            </a:endParaRPr>
          </a:p>
        </p:txBody>
      </p:sp>
      <p:sp>
        <p:nvSpPr>
          <p:cNvPr id="60" name="Marcador de texto 12">
            <a:extLst>
              <a:ext uri="{FF2B5EF4-FFF2-40B4-BE49-F238E27FC236}">
                <a16:creationId xmlns:a16="http://schemas.microsoft.com/office/drawing/2014/main" id="{4A9F9C38-9F45-CCB4-B459-3907595B87C8}"/>
              </a:ext>
            </a:extLst>
          </p:cNvPr>
          <p:cNvSpPr>
            <a:spLocks noGrp="1" noRot="1" noMove="1" noResize="1" noEditPoints="1" noAdjustHandles="1" noChangeArrowheads="1" noChangeShapeType="1"/>
          </p:cNvSpPr>
          <p:nvPr>
            <p:ph type="body" sz="quarter" idx="31" hasCustomPrompt="1"/>
          </p:nvPr>
        </p:nvSpPr>
        <p:spPr>
          <a:xfrm>
            <a:off x="4940725" y="2581440"/>
            <a:ext cx="1617385" cy="457550"/>
          </a:xfrm>
          <a:prstGeom prst="rect">
            <a:avLst/>
          </a:prstGeom>
        </p:spPr>
        <p:txBody>
          <a:bodyPr/>
          <a:lstStyle>
            <a:lvl1pPr marL="7701" marR="3081" indent="-385" algn="l">
              <a:lnSpc>
                <a:spcPts val="800"/>
              </a:lnSpc>
              <a:spcBef>
                <a:spcPts val="161"/>
              </a:spcBef>
              <a:defRPr sz="728" b="0" spc="0" baseline="0">
                <a:solidFill>
                  <a:srgbClr val="262929"/>
                </a:solidFill>
                <a:latin typeface="+mn-lt"/>
              </a:defRPr>
            </a:lvl1pPr>
          </a:lstStyle>
          <a:p>
            <a:pPr marL="12700" marR="5080" indent="-635">
              <a:lnSpc>
                <a:spcPts val="1320"/>
              </a:lnSpc>
              <a:spcBef>
                <a:spcPts val="265"/>
              </a:spcBef>
            </a:pPr>
            <a:r>
              <a:rPr lang="fr-FR" sz="728" dirty="0" err="1">
                <a:solidFill>
                  <a:srgbClr val="262929"/>
                </a:solidFill>
                <a:latin typeface="Arial"/>
                <a:cs typeface="Arial"/>
              </a:rPr>
              <a:t>Unt</a:t>
            </a:r>
            <a:r>
              <a:rPr lang="fr-FR" sz="728" spc="3" dirty="0">
                <a:solidFill>
                  <a:srgbClr val="262929"/>
                </a:solidFill>
                <a:latin typeface="Arial"/>
                <a:cs typeface="Arial"/>
              </a:rPr>
              <a:t> </a:t>
            </a:r>
            <a:r>
              <a:rPr lang="fr-FR" sz="728" dirty="0">
                <a:solidFill>
                  <a:srgbClr val="262929"/>
                </a:solidFill>
                <a:latin typeface="Arial"/>
                <a:cs typeface="Arial"/>
              </a:rPr>
              <a:t>et,</a:t>
            </a:r>
            <a:r>
              <a:rPr lang="fr-FR" sz="728" spc="3" dirty="0">
                <a:solidFill>
                  <a:srgbClr val="262929"/>
                </a:solidFill>
                <a:latin typeface="Arial"/>
                <a:cs typeface="Arial"/>
              </a:rPr>
              <a:t> </a:t>
            </a:r>
            <a:r>
              <a:rPr lang="fr-FR" sz="728" dirty="0" err="1">
                <a:solidFill>
                  <a:srgbClr val="262929"/>
                </a:solidFill>
                <a:latin typeface="Arial"/>
                <a:cs typeface="Arial"/>
              </a:rPr>
              <a:t>eate</a:t>
            </a:r>
            <a:r>
              <a:rPr lang="fr-FR" sz="728" spc="6" dirty="0">
                <a:solidFill>
                  <a:srgbClr val="262929"/>
                </a:solidFill>
                <a:latin typeface="Arial"/>
                <a:cs typeface="Arial"/>
              </a:rPr>
              <a:t> </a:t>
            </a:r>
            <a:r>
              <a:rPr lang="fr-FR" sz="728" dirty="0">
                <a:solidFill>
                  <a:srgbClr val="262929"/>
                </a:solidFill>
                <a:latin typeface="Arial"/>
                <a:cs typeface="Arial"/>
              </a:rPr>
              <a:t>que</a:t>
            </a:r>
            <a:r>
              <a:rPr lang="fr-FR" sz="728" spc="3" dirty="0">
                <a:solidFill>
                  <a:srgbClr val="262929"/>
                </a:solidFill>
                <a:latin typeface="Arial"/>
                <a:cs typeface="Arial"/>
              </a:rPr>
              <a:t> </a:t>
            </a:r>
            <a:r>
              <a:rPr lang="fr-FR" sz="728" dirty="0">
                <a:solidFill>
                  <a:srgbClr val="262929"/>
                </a:solidFill>
                <a:latin typeface="Arial"/>
                <a:cs typeface="Arial"/>
              </a:rPr>
              <a:t>nia</a:t>
            </a:r>
            <a:r>
              <a:rPr lang="fr-FR" sz="728" spc="3" dirty="0">
                <a:solidFill>
                  <a:srgbClr val="262929"/>
                </a:solidFill>
                <a:latin typeface="Arial"/>
                <a:cs typeface="Arial"/>
              </a:rPr>
              <a:t> </a:t>
            </a:r>
            <a:r>
              <a:rPr lang="fr-FR" sz="728" dirty="0" err="1">
                <a:solidFill>
                  <a:srgbClr val="262929"/>
                </a:solidFill>
                <a:latin typeface="Arial"/>
                <a:cs typeface="Arial"/>
              </a:rPr>
              <a:t>aboribust</a:t>
            </a:r>
            <a:r>
              <a:rPr lang="fr-FR" sz="728" spc="6" dirty="0">
                <a:solidFill>
                  <a:srgbClr val="262929"/>
                </a:solidFill>
                <a:latin typeface="Arial"/>
                <a:cs typeface="Arial"/>
              </a:rPr>
              <a:t> </a:t>
            </a:r>
            <a:r>
              <a:rPr lang="fr-FR" sz="728" spc="-12" dirty="0">
                <a:solidFill>
                  <a:srgbClr val="262929"/>
                </a:solidFill>
                <a:latin typeface="Arial"/>
                <a:cs typeface="Arial"/>
              </a:rPr>
              <a:t>voles </a:t>
            </a:r>
            <a:r>
              <a:rPr lang="fr-FR" sz="728" dirty="0" err="1">
                <a:solidFill>
                  <a:srgbClr val="262929"/>
                </a:solidFill>
                <a:latin typeface="Arial"/>
                <a:cs typeface="Arial"/>
              </a:rPr>
              <a:t>ressimi</a:t>
            </a:r>
            <a:r>
              <a:rPr lang="fr-FR" sz="728" spc="6" dirty="0">
                <a:solidFill>
                  <a:srgbClr val="262929"/>
                </a:solidFill>
                <a:latin typeface="Arial"/>
                <a:cs typeface="Arial"/>
              </a:rPr>
              <a:t> </a:t>
            </a:r>
            <a:r>
              <a:rPr lang="fr-FR" sz="728" dirty="0" err="1">
                <a:solidFill>
                  <a:srgbClr val="262929"/>
                </a:solidFill>
                <a:latin typeface="Arial"/>
                <a:cs typeface="Arial"/>
              </a:rPr>
              <a:t>licidis</a:t>
            </a:r>
            <a:r>
              <a:rPr lang="fr-FR" sz="728" spc="6" dirty="0">
                <a:solidFill>
                  <a:srgbClr val="262929"/>
                </a:solidFill>
                <a:latin typeface="Arial"/>
                <a:cs typeface="Arial"/>
              </a:rPr>
              <a:t> </a:t>
            </a:r>
            <a:r>
              <a:rPr lang="fr-FR" sz="728" dirty="0" err="1">
                <a:solidFill>
                  <a:srgbClr val="262929"/>
                </a:solidFill>
                <a:latin typeface="Arial"/>
                <a:cs typeface="Arial"/>
              </a:rPr>
              <a:t>doluptae</a:t>
            </a:r>
            <a:r>
              <a:rPr lang="fr-FR" sz="728" spc="6" dirty="0">
                <a:solidFill>
                  <a:srgbClr val="262929"/>
                </a:solidFill>
                <a:latin typeface="Arial"/>
                <a:cs typeface="Arial"/>
              </a:rPr>
              <a:t> </a:t>
            </a:r>
            <a:r>
              <a:rPr lang="fr-FR" sz="728" spc="-6" dirty="0" err="1">
                <a:solidFill>
                  <a:srgbClr val="262929"/>
                </a:solidFill>
                <a:latin typeface="Arial"/>
                <a:cs typeface="Arial"/>
              </a:rPr>
              <a:t>exeribus</a:t>
            </a:r>
            <a:endParaRPr lang="fr-FR" sz="728" dirty="0">
              <a:latin typeface="Arial"/>
              <a:cs typeface="Arial"/>
            </a:endParaRPr>
          </a:p>
        </p:txBody>
      </p:sp>
      <p:sp>
        <p:nvSpPr>
          <p:cNvPr id="61" name="Marcador de texto 12">
            <a:extLst>
              <a:ext uri="{FF2B5EF4-FFF2-40B4-BE49-F238E27FC236}">
                <a16:creationId xmlns:a16="http://schemas.microsoft.com/office/drawing/2014/main" id="{9066FF8A-4382-FC2B-264D-ECC457E301F0}"/>
              </a:ext>
            </a:extLst>
          </p:cNvPr>
          <p:cNvSpPr>
            <a:spLocks noGrp="1" noRot="1" noMove="1" noResize="1" noEditPoints="1" noAdjustHandles="1" noChangeArrowheads="1" noChangeShapeType="1"/>
          </p:cNvSpPr>
          <p:nvPr>
            <p:ph type="body" sz="quarter" idx="32" hasCustomPrompt="1"/>
          </p:nvPr>
        </p:nvSpPr>
        <p:spPr>
          <a:xfrm>
            <a:off x="9591012" y="2581440"/>
            <a:ext cx="1558342" cy="457550"/>
          </a:xfrm>
          <a:prstGeom prst="rect">
            <a:avLst/>
          </a:prstGeom>
        </p:spPr>
        <p:txBody>
          <a:bodyPr/>
          <a:lstStyle>
            <a:lvl1pPr marL="7701" marR="3081" algn="just">
              <a:lnSpc>
                <a:spcPts val="794"/>
              </a:lnSpc>
              <a:spcBef>
                <a:spcPts val="167"/>
              </a:spcBef>
              <a:defRPr sz="728" b="0" spc="0" baseline="0">
                <a:solidFill>
                  <a:srgbClr val="262929"/>
                </a:solidFill>
                <a:latin typeface="+mn-lt"/>
              </a:defRPr>
            </a:lvl1pPr>
          </a:lstStyle>
          <a:p>
            <a:pPr marL="12700" marR="5080" algn="just">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spc="6" dirty="0">
                <a:solidFill>
                  <a:srgbClr val="262929"/>
                </a:solidFill>
                <a:latin typeface="Arial"/>
                <a:cs typeface="Arial"/>
              </a:rPr>
              <a:t> </a:t>
            </a:r>
            <a:r>
              <a:rPr lang="es-ES" sz="728" dirty="0">
                <a:solidFill>
                  <a:srgbClr val="262929"/>
                </a:solidFill>
                <a:latin typeface="Arial"/>
                <a:cs typeface="Arial"/>
              </a:rPr>
              <a:t>re</a:t>
            </a:r>
            <a:r>
              <a:rPr lang="es-ES" sz="728" spc="6" dirty="0">
                <a:solidFill>
                  <a:srgbClr val="262929"/>
                </a:solidFill>
                <a:latin typeface="Arial"/>
                <a:cs typeface="Arial"/>
              </a:rPr>
              <a:t> </a:t>
            </a:r>
            <a:r>
              <a:rPr lang="es-ES" sz="728" dirty="0">
                <a:solidFill>
                  <a:srgbClr val="262929"/>
                </a:solidFill>
                <a:latin typeface="Arial"/>
                <a:cs typeface="Arial"/>
              </a:rPr>
              <a:t>sitas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9" dirty="0">
                <a:solidFill>
                  <a:srgbClr val="262929"/>
                </a:solidFill>
                <a:latin typeface="Arial"/>
                <a:cs typeface="Arial"/>
              </a:rPr>
              <a:t> </a:t>
            </a:r>
            <a:r>
              <a:rPr lang="es-ES" sz="728" spc="-6" dirty="0" err="1">
                <a:solidFill>
                  <a:srgbClr val="262929"/>
                </a:solidFill>
                <a:latin typeface="Arial"/>
                <a:cs typeface="Arial"/>
              </a:rPr>
              <a:t>ipsus</a:t>
            </a:r>
            <a:r>
              <a:rPr lang="es-ES" sz="728" spc="-6" dirty="0">
                <a:solidFill>
                  <a:srgbClr val="262929"/>
                </a:solidFill>
                <a:latin typeface="Arial"/>
                <a:cs typeface="Arial"/>
              </a:rPr>
              <a:t>.</a:t>
            </a:r>
            <a:endParaRPr lang="es-ES" sz="728" dirty="0">
              <a:latin typeface="Arial"/>
              <a:cs typeface="Arial"/>
            </a:endParaRPr>
          </a:p>
        </p:txBody>
      </p:sp>
      <p:sp>
        <p:nvSpPr>
          <p:cNvPr id="62" name="Marcador de texto 12">
            <a:extLst>
              <a:ext uri="{FF2B5EF4-FFF2-40B4-BE49-F238E27FC236}">
                <a16:creationId xmlns:a16="http://schemas.microsoft.com/office/drawing/2014/main" id="{91B8F12D-303E-4081-EDAD-429176F66931}"/>
              </a:ext>
            </a:extLst>
          </p:cNvPr>
          <p:cNvSpPr>
            <a:spLocks noGrp="1" noRot="1" noMove="1" noResize="1" noEditPoints="1" noAdjustHandles="1" noChangeArrowheads="1" noChangeShapeType="1"/>
          </p:cNvSpPr>
          <p:nvPr>
            <p:ph type="body" sz="quarter" idx="33" hasCustomPrompt="1"/>
          </p:nvPr>
        </p:nvSpPr>
        <p:spPr>
          <a:xfrm>
            <a:off x="4940725" y="3329866"/>
            <a:ext cx="1617385" cy="457550"/>
          </a:xfrm>
          <a:prstGeom prst="rect">
            <a:avLst/>
          </a:prstGeom>
        </p:spPr>
        <p:txBody>
          <a:bodyPr/>
          <a:lstStyle>
            <a:lvl1pPr marL="7701" marR="3081" algn="l">
              <a:lnSpc>
                <a:spcPts val="794"/>
              </a:lnSpc>
              <a:spcBef>
                <a:spcPts val="167"/>
              </a:spcBef>
              <a:defRPr sz="728" b="0" spc="0" baseline="0">
                <a:solidFill>
                  <a:srgbClr val="262929"/>
                </a:solidFill>
                <a:latin typeface="+mn-lt"/>
              </a:defRPr>
            </a:lvl1pPr>
          </a:lstStyle>
          <a:p>
            <a:pPr marL="12700" marR="5080">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dirty="0">
                <a:solidFill>
                  <a:srgbClr val="262929"/>
                </a:solidFill>
                <a:latin typeface="Arial"/>
                <a:cs typeface="Arial"/>
              </a:rPr>
              <a:t> re</a:t>
            </a:r>
            <a:r>
              <a:rPr lang="es-ES" sz="728" spc="3" dirty="0">
                <a:solidFill>
                  <a:srgbClr val="262929"/>
                </a:solidFill>
                <a:latin typeface="Arial"/>
                <a:cs typeface="Arial"/>
              </a:rPr>
              <a:t> </a:t>
            </a:r>
            <a:r>
              <a:rPr lang="es-ES" sz="728" dirty="0">
                <a:solidFill>
                  <a:srgbClr val="262929"/>
                </a:solidFill>
                <a:latin typeface="Arial"/>
                <a:cs typeface="Arial"/>
              </a:rPr>
              <a:t>sitas</a:t>
            </a:r>
            <a:r>
              <a:rPr lang="es-ES" sz="728" spc="3"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err="1">
                <a:solidFill>
                  <a:srgbClr val="262929"/>
                </a:solidFill>
                <a:latin typeface="Arial"/>
                <a:cs typeface="Arial"/>
              </a:rPr>
              <a:t>ipsus</a:t>
            </a:r>
            <a:r>
              <a:rPr lang="es-ES" sz="728" dirty="0">
                <a:solidFill>
                  <a:srgbClr val="262929"/>
                </a:solidFill>
                <a:latin typeface="Arial"/>
                <a:cs typeface="Arial"/>
              </a:rPr>
              <a:t>,</a:t>
            </a:r>
            <a:r>
              <a:rPr lang="es-ES" sz="728" spc="3" dirty="0">
                <a:solidFill>
                  <a:srgbClr val="262929"/>
                </a:solidFill>
                <a:latin typeface="Arial"/>
                <a:cs typeface="Arial"/>
              </a:rPr>
              <a:t> </a:t>
            </a:r>
            <a:r>
              <a:rPr lang="es-ES" sz="728" dirty="0">
                <a:solidFill>
                  <a:srgbClr val="262929"/>
                </a:solidFill>
                <a:latin typeface="Arial"/>
                <a:cs typeface="Arial"/>
              </a:rPr>
              <a:t>quis</a:t>
            </a:r>
            <a:r>
              <a:rPr lang="es-ES" sz="728" spc="3" dirty="0">
                <a:solidFill>
                  <a:srgbClr val="262929"/>
                </a:solidFill>
                <a:latin typeface="Arial"/>
                <a:cs typeface="Arial"/>
              </a:rPr>
              <a:t> </a:t>
            </a:r>
            <a:r>
              <a:rPr lang="es-ES" sz="728" spc="-12" dirty="0" err="1">
                <a:solidFill>
                  <a:srgbClr val="262929"/>
                </a:solidFill>
                <a:latin typeface="Arial"/>
                <a:cs typeface="Arial"/>
              </a:rPr>
              <a:t>atem</a:t>
            </a:r>
            <a:r>
              <a:rPr lang="es-ES" sz="728" spc="-12" dirty="0">
                <a:solidFill>
                  <a:srgbClr val="262929"/>
                </a:solidFill>
                <a:latin typeface="Arial"/>
                <a:cs typeface="Arial"/>
              </a:rPr>
              <a:t> </a:t>
            </a:r>
            <a:r>
              <a:rPr lang="es-ES" sz="728" dirty="0" err="1">
                <a:solidFill>
                  <a:srgbClr val="262929"/>
                </a:solidFill>
                <a:latin typeface="Arial"/>
                <a:cs typeface="Arial"/>
              </a:rPr>
              <a:t>venditatusto</a:t>
            </a:r>
            <a:r>
              <a:rPr lang="es-ES" sz="728" spc="-36" dirty="0">
                <a:solidFill>
                  <a:srgbClr val="262929"/>
                </a:solidFill>
                <a:latin typeface="Arial"/>
                <a:cs typeface="Arial"/>
              </a:rPr>
              <a:t> </a:t>
            </a:r>
            <a:r>
              <a:rPr lang="es-ES" sz="728" spc="-6" dirty="0" err="1">
                <a:solidFill>
                  <a:srgbClr val="262929"/>
                </a:solidFill>
                <a:latin typeface="Arial"/>
                <a:cs typeface="Arial"/>
              </a:rPr>
              <a:t>excepud</a:t>
            </a:r>
            <a:endParaRPr lang="es-ES" sz="728" dirty="0">
              <a:latin typeface="Arial"/>
              <a:cs typeface="Arial"/>
            </a:endParaRPr>
          </a:p>
        </p:txBody>
      </p:sp>
      <p:sp>
        <p:nvSpPr>
          <p:cNvPr id="63" name="Marcador de texto 12">
            <a:extLst>
              <a:ext uri="{FF2B5EF4-FFF2-40B4-BE49-F238E27FC236}">
                <a16:creationId xmlns:a16="http://schemas.microsoft.com/office/drawing/2014/main" id="{C9CEB243-7DFF-1C42-E50D-73607A7228A7}"/>
              </a:ext>
            </a:extLst>
          </p:cNvPr>
          <p:cNvSpPr>
            <a:spLocks noGrp="1" noRot="1" noMove="1" noResize="1" noEditPoints="1" noAdjustHandles="1" noChangeArrowheads="1" noChangeShapeType="1"/>
          </p:cNvSpPr>
          <p:nvPr>
            <p:ph type="body" sz="quarter" idx="34" hasCustomPrompt="1"/>
          </p:nvPr>
        </p:nvSpPr>
        <p:spPr>
          <a:xfrm>
            <a:off x="7264107" y="3329866"/>
            <a:ext cx="1558342" cy="457550"/>
          </a:xfrm>
          <a:prstGeom prst="rect">
            <a:avLst/>
          </a:prstGeom>
        </p:spPr>
        <p:txBody>
          <a:bodyPr/>
          <a:lstStyle>
            <a:lvl1pPr marL="7701" marR="3081" algn="just">
              <a:lnSpc>
                <a:spcPts val="794"/>
              </a:lnSpc>
              <a:spcBef>
                <a:spcPts val="167"/>
              </a:spcBef>
              <a:defRPr sz="728" b="0" spc="0" baseline="0">
                <a:solidFill>
                  <a:srgbClr val="262929"/>
                </a:solidFill>
                <a:latin typeface="+mn-lt"/>
              </a:defRPr>
            </a:lvl1pPr>
          </a:lstStyle>
          <a:p>
            <a:pPr marL="12700" marR="5080" algn="just">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spc="6" dirty="0">
                <a:solidFill>
                  <a:srgbClr val="262929"/>
                </a:solidFill>
                <a:latin typeface="Arial"/>
                <a:cs typeface="Arial"/>
              </a:rPr>
              <a:t> </a:t>
            </a:r>
            <a:r>
              <a:rPr lang="es-ES" sz="728" dirty="0">
                <a:solidFill>
                  <a:srgbClr val="262929"/>
                </a:solidFill>
                <a:latin typeface="Arial"/>
                <a:cs typeface="Arial"/>
              </a:rPr>
              <a:t>re</a:t>
            </a:r>
            <a:r>
              <a:rPr lang="es-ES" sz="728" spc="6" dirty="0">
                <a:solidFill>
                  <a:srgbClr val="262929"/>
                </a:solidFill>
                <a:latin typeface="Arial"/>
                <a:cs typeface="Arial"/>
              </a:rPr>
              <a:t> </a:t>
            </a:r>
            <a:r>
              <a:rPr lang="es-ES" sz="728" dirty="0">
                <a:solidFill>
                  <a:srgbClr val="262929"/>
                </a:solidFill>
                <a:latin typeface="Arial"/>
                <a:cs typeface="Arial"/>
              </a:rPr>
              <a:t>sitas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9" dirty="0">
                <a:solidFill>
                  <a:srgbClr val="262929"/>
                </a:solidFill>
                <a:latin typeface="Arial"/>
                <a:cs typeface="Arial"/>
              </a:rPr>
              <a:t> </a:t>
            </a:r>
            <a:r>
              <a:rPr lang="es-ES" sz="728" spc="-6" dirty="0" err="1">
                <a:solidFill>
                  <a:srgbClr val="262929"/>
                </a:solidFill>
                <a:latin typeface="Arial"/>
                <a:cs typeface="Arial"/>
              </a:rPr>
              <a:t>ipsus</a:t>
            </a:r>
            <a:r>
              <a:rPr lang="es-ES" sz="728" spc="-6" dirty="0">
                <a:solidFill>
                  <a:srgbClr val="262929"/>
                </a:solidFill>
                <a:latin typeface="Arial"/>
                <a:cs typeface="Arial"/>
              </a:rPr>
              <a:t>.</a:t>
            </a:r>
            <a:endParaRPr lang="es-ES" sz="728" dirty="0">
              <a:latin typeface="Arial"/>
              <a:cs typeface="Arial"/>
            </a:endParaRPr>
          </a:p>
        </p:txBody>
      </p:sp>
      <p:sp>
        <p:nvSpPr>
          <p:cNvPr id="64" name="Marcador de texto 12">
            <a:extLst>
              <a:ext uri="{FF2B5EF4-FFF2-40B4-BE49-F238E27FC236}">
                <a16:creationId xmlns:a16="http://schemas.microsoft.com/office/drawing/2014/main" id="{4984099A-BE23-5DBE-E92B-7F964E4B0506}"/>
              </a:ext>
            </a:extLst>
          </p:cNvPr>
          <p:cNvSpPr>
            <a:spLocks noGrp="1" noRot="1" noMove="1" noResize="1" noEditPoints="1" noAdjustHandles="1" noChangeArrowheads="1" noChangeShapeType="1"/>
          </p:cNvSpPr>
          <p:nvPr>
            <p:ph type="body" sz="quarter" idx="35" hasCustomPrompt="1"/>
          </p:nvPr>
        </p:nvSpPr>
        <p:spPr>
          <a:xfrm>
            <a:off x="9591011" y="3329866"/>
            <a:ext cx="1617385" cy="457550"/>
          </a:xfrm>
          <a:prstGeom prst="rect">
            <a:avLst/>
          </a:prstGeom>
        </p:spPr>
        <p:txBody>
          <a:bodyPr/>
          <a:lstStyle>
            <a:lvl1pPr marL="7701" marR="3081" indent="-385" algn="l">
              <a:lnSpc>
                <a:spcPts val="800"/>
              </a:lnSpc>
              <a:spcBef>
                <a:spcPts val="161"/>
              </a:spcBef>
              <a:defRPr sz="728" b="0" spc="0" baseline="0">
                <a:solidFill>
                  <a:srgbClr val="262929"/>
                </a:solidFill>
                <a:latin typeface="+mn-lt"/>
              </a:defRPr>
            </a:lvl1pPr>
          </a:lstStyle>
          <a:p>
            <a:pPr marL="12700" marR="5080" indent="-635">
              <a:lnSpc>
                <a:spcPts val="1320"/>
              </a:lnSpc>
              <a:spcBef>
                <a:spcPts val="265"/>
              </a:spcBef>
            </a:pPr>
            <a:r>
              <a:rPr lang="fr-FR" sz="728" dirty="0" err="1">
                <a:solidFill>
                  <a:srgbClr val="262929"/>
                </a:solidFill>
                <a:latin typeface="Arial"/>
                <a:cs typeface="Arial"/>
              </a:rPr>
              <a:t>Unt</a:t>
            </a:r>
            <a:r>
              <a:rPr lang="fr-FR" sz="728" spc="3" dirty="0">
                <a:solidFill>
                  <a:srgbClr val="262929"/>
                </a:solidFill>
                <a:latin typeface="Arial"/>
                <a:cs typeface="Arial"/>
              </a:rPr>
              <a:t> </a:t>
            </a:r>
            <a:r>
              <a:rPr lang="fr-FR" sz="728" dirty="0">
                <a:solidFill>
                  <a:srgbClr val="262929"/>
                </a:solidFill>
                <a:latin typeface="Arial"/>
                <a:cs typeface="Arial"/>
              </a:rPr>
              <a:t>et,</a:t>
            </a:r>
            <a:r>
              <a:rPr lang="fr-FR" sz="728" spc="3" dirty="0">
                <a:solidFill>
                  <a:srgbClr val="262929"/>
                </a:solidFill>
                <a:latin typeface="Arial"/>
                <a:cs typeface="Arial"/>
              </a:rPr>
              <a:t> </a:t>
            </a:r>
            <a:r>
              <a:rPr lang="fr-FR" sz="728" dirty="0" err="1">
                <a:solidFill>
                  <a:srgbClr val="262929"/>
                </a:solidFill>
                <a:latin typeface="Arial"/>
                <a:cs typeface="Arial"/>
              </a:rPr>
              <a:t>eate</a:t>
            </a:r>
            <a:r>
              <a:rPr lang="fr-FR" sz="728" spc="6" dirty="0">
                <a:solidFill>
                  <a:srgbClr val="262929"/>
                </a:solidFill>
                <a:latin typeface="Arial"/>
                <a:cs typeface="Arial"/>
              </a:rPr>
              <a:t> </a:t>
            </a:r>
            <a:r>
              <a:rPr lang="fr-FR" sz="728" dirty="0">
                <a:solidFill>
                  <a:srgbClr val="262929"/>
                </a:solidFill>
                <a:latin typeface="Arial"/>
                <a:cs typeface="Arial"/>
              </a:rPr>
              <a:t>que</a:t>
            </a:r>
            <a:r>
              <a:rPr lang="fr-FR" sz="728" spc="3" dirty="0">
                <a:solidFill>
                  <a:srgbClr val="262929"/>
                </a:solidFill>
                <a:latin typeface="Arial"/>
                <a:cs typeface="Arial"/>
              </a:rPr>
              <a:t> </a:t>
            </a:r>
            <a:r>
              <a:rPr lang="fr-FR" sz="728" dirty="0">
                <a:solidFill>
                  <a:srgbClr val="262929"/>
                </a:solidFill>
                <a:latin typeface="Arial"/>
                <a:cs typeface="Arial"/>
              </a:rPr>
              <a:t>nia</a:t>
            </a:r>
            <a:r>
              <a:rPr lang="fr-FR" sz="728" spc="3" dirty="0">
                <a:solidFill>
                  <a:srgbClr val="262929"/>
                </a:solidFill>
                <a:latin typeface="Arial"/>
                <a:cs typeface="Arial"/>
              </a:rPr>
              <a:t> </a:t>
            </a:r>
            <a:r>
              <a:rPr lang="fr-FR" sz="728" dirty="0" err="1">
                <a:solidFill>
                  <a:srgbClr val="262929"/>
                </a:solidFill>
                <a:latin typeface="Arial"/>
                <a:cs typeface="Arial"/>
              </a:rPr>
              <a:t>aboribust</a:t>
            </a:r>
            <a:r>
              <a:rPr lang="fr-FR" sz="728" spc="6" dirty="0">
                <a:solidFill>
                  <a:srgbClr val="262929"/>
                </a:solidFill>
                <a:latin typeface="Arial"/>
                <a:cs typeface="Arial"/>
              </a:rPr>
              <a:t> </a:t>
            </a:r>
            <a:r>
              <a:rPr lang="fr-FR" sz="728" spc="-12" dirty="0">
                <a:solidFill>
                  <a:srgbClr val="262929"/>
                </a:solidFill>
                <a:latin typeface="Arial"/>
                <a:cs typeface="Arial"/>
              </a:rPr>
              <a:t>voles </a:t>
            </a:r>
            <a:r>
              <a:rPr lang="fr-FR" sz="728" dirty="0" err="1">
                <a:solidFill>
                  <a:srgbClr val="262929"/>
                </a:solidFill>
                <a:latin typeface="Arial"/>
                <a:cs typeface="Arial"/>
              </a:rPr>
              <a:t>ressimi</a:t>
            </a:r>
            <a:r>
              <a:rPr lang="fr-FR" sz="728" spc="6" dirty="0">
                <a:solidFill>
                  <a:srgbClr val="262929"/>
                </a:solidFill>
                <a:latin typeface="Arial"/>
                <a:cs typeface="Arial"/>
              </a:rPr>
              <a:t> </a:t>
            </a:r>
            <a:r>
              <a:rPr lang="fr-FR" sz="728" dirty="0" err="1">
                <a:solidFill>
                  <a:srgbClr val="262929"/>
                </a:solidFill>
                <a:latin typeface="Arial"/>
                <a:cs typeface="Arial"/>
              </a:rPr>
              <a:t>licidis</a:t>
            </a:r>
            <a:r>
              <a:rPr lang="fr-FR" sz="728" spc="6" dirty="0">
                <a:solidFill>
                  <a:srgbClr val="262929"/>
                </a:solidFill>
                <a:latin typeface="Arial"/>
                <a:cs typeface="Arial"/>
              </a:rPr>
              <a:t> </a:t>
            </a:r>
            <a:r>
              <a:rPr lang="fr-FR" sz="728" dirty="0" err="1">
                <a:solidFill>
                  <a:srgbClr val="262929"/>
                </a:solidFill>
                <a:latin typeface="Arial"/>
                <a:cs typeface="Arial"/>
              </a:rPr>
              <a:t>doluptae</a:t>
            </a:r>
            <a:r>
              <a:rPr lang="fr-FR" sz="728" spc="6" dirty="0">
                <a:solidFill>
                  <a:srgbClr val="262929"/>
                </a:solidFill>
                <a:latin typeface="Arial"/>
                <a:cs typeface="Arial"/>
              </a:rPr>
              <a:t> </a:t>
            </a:r>
            <a:r>
              <a:rPr lang="fr-FR" sz="728" spc="-6" dirty="0" err="1">
                <a:solidFill>
                  <a:srgbClr val="262929"/>
                </a:solidFill>
                <a:latin typeface="Arial"/>
                <a:cs typeface="Arial"/>
              </a:rPr>
              <a:t>exeribus</a:t>
            </a:r>
            <a:endParaRPr lang="fr-FR" sz="728" dirty="0">
              <a:latin typeface="Arial"/>
              <a:cs typeface="Arial"/>
            </a:endParaRPr>
          </a:p>
        </p:txBody>
      </p:sp>
      <p:sp>
        <p:nvSpPr>
          <p:cNvPr id="65" name="Marcador de texto 12">
            <a:extLst>
              <a:ext uri="{FF2B5EF4-FFF2-40B4-BE49-F238E27FC236}">
                <a16:creationId xmlns:a16="http://schemas.microsoft.com/office/drawing/2014/main" id="{EFB056AB-8A7F-7610-FE4B-7959C8A7EC70}"/>
              </a:ext>
            </a:extLst>
          </p:cNvPr>
          <p:cNvSpPr>
            <a:spLocks noGrp="1" noRot="1" noMove="1" noResize="1" noEditPoints="1" noAdjustHandles="1" noChangeArrowheads="1" noChangeShapeType="1"/>
          </p:cNvSpPr>
          <p:nvPr>
            <p:ph type="body" sz="quarter" idx="36" hasCustomPrompt="1"/>
          </p:nvPr>
        </p:nvSpPr>
        <p:spPr>
          <a:xfrm>
            <a:off x="7264107" y="4068697"/>
            <a:ext cx="1558342" cy="457550"/>
          </a:xfrm>
          <a:prstGeom prst="rect">
            <a:avLst/>
          </a:prstGeom>
        </p:spPr>
        <p:txBody>
          <a:bodyPr/>
          <a:lstStyle>
            <a:lvl1pPr marL="7701" marR="3081" algn="l">
              <a:lnSpc>
                <a:spcPts val="794"/>
              </a:lnSpc>
              <a:spcBef>
                <a:spcPts val="167"/>
              </a:spcBef>
              <a:defRPr sz="728" b="0" spc="0" baseline="0">
                <a:solidFill>
                  <a:srgbClr val="262929"/>
                </a:solidFill>
                <a:latin typeface="+mn-lt"/>
              </a:defRPr>
            </a:lvl1pPr>
          </a:lstStyle>
          <a:p>
            <a:pPr marL="12700" marR="5080">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dirty="0">
                <a:solidFill>
                  <a:srgbClr val="262929"/>
                </a:solidFill>
                <a:latin typeface="Arial"/>
                <a:cs typeface="Arial"/>
              </a:rPr>
              <a:t> re</a:t>
            </a:r>
            <a:r>
              <a:rPr lang="es-ES" sz="728" spc="3" dirty="0">
                <a:solidFill>
                  <a:srgbClr val="262929"/>
                </a:solidFill>
                <a:latin typeface="Arial"/>
                <a:cs typeface="Arial"/>
              </a:rPr>
              <a:t> </a:t>
            </a:r>
            <a:r>
              <a:rPr lang="es-ES" sz="728" dirty="0">
                <a:solidFill>
                  <a:srgbClr val="262929"/>
                </a:solidFill>
                <a:latin typeface="Arial"/>
                <a:cs typeface="Arial"/>
              </a:rPr>
              <a:t>sitas</a:t>
            </a:r>
            <a:r>
              <a:rPr lang="es-ES" sz="728" spc="3"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err="1">
                <a:solidFill>
                  <a:srgbClr val="262929"/>
                </a:solidFill>
                <a:latin typeface="Arial"/>
                <a:cs typeface="Arial"/>
              </a:rPr>
              <a:t>ipsus</a:t>
            </a:r>
            <a:r>
              <a:rPr lang="es-ES" sz="728" dirty="0">
                <a:solidFill>
                  <a:srgbClr val="262929"/>
                </a:solidFill>
                <a:latin typeface="Arial"/>
                <a:cs typeface="Arial"/>
              </a:rPr>
              <a:t>,</a:t>
            </a:r>
            <a:r>
              <a:rPr lang="es-ES" sz="728" spc="3" dirty="0">
                <a:solidFill>
                  <a:srgbClr val="262929"/>
                </a:solidFill>
                <a:latin typeface="Arial"/>
                <a:cs typeface="Arial"/>
              </a:rPr>
              <a:t> </a:t>
            </a:r>
            <a:r>
              <a:rPr lang="es-ES" sz="728" dirty="0">
                <a:solidFill>
                  <a:srgbClr val="262929"/>
                </a:solidFill>
                <a:latin typeface="Arial"/>
                <a:cs typeface="Arial"/>
              </a:rPr>
              <a:t>quis</a:t>
            </a:r>
            <a:r>
              <a:rPr lang="es-ES" sz="728" spc="3" dirty="0">
                <a:solidFill>
                  <a:srgbClr val="262929"/>
                </a:solidFill>
                <a:latin typeface="Arial"/>
                <a:cs typeface="Arial"/>
              </a:rPr>
              <a:t> </a:t>
            </a:r>
            <a:r>
              <a:rPr lang="es-ES" sz="728" spc="-12" dirty="0" err="1">
                <a:solidFill>
                  <a:srgbClr val="262929"/>
                </a:solidFill>
                <a:latin typeface="Arial"/>
                <a:cs typeface="Arial"/>
              </a:rPr>
              <a:t>atem</a:t>
            </a:r>
            <a:r>
              <a:rPr lang="es-ES" sz="728" spc="-12" dirty="0">
                <a:solidFill>
                  <a:srgbClr val="262929"/>
                </a:solidFill>
                <a:latin typeface="Arial"/>
                <a:cs typeface="Arial"/>
              </a:rPr>
              <a:t> </a:t>
            </a:r>
            <a:r>
              <a:rPr lang="es-ES" sz="728" dirty="0" err="1">
                <a:solidFill>
                  <a:srgbClr val="262929"/>
                </a:solidFill>
                <a:latin typeface="Arial"/>
                <a:cs typeface="Arial"/>
              </a:rPr>
              <a:t>venditatusto</a:t>
            </a:r>
            <a:r>
              <a:rPr lang="es-ES" sz="728" spc="-36" dirty="0">
                <a:solidFill>
                  <a:srgbClr val="262929"/>
                </a:solidFill>
                <a:latin typeface="Arial"/>
                <a:cs typeface="Arial"/>
              </a:rPr>
              <a:t> </a:t>
            </a:r>
            <a:r>
              <a:rPr lang="es-ES" sz="728" spc="-6" dirty="0" err="1">
                <a:solidFill>
                  <a:srgbClr val="262929"/>
                </a:solidFill>
                <a:latin typeface="Arial"/>
                <a:cs typeface="Arial"/>
              </a:rPr>
              <a:t>excepud</a:t>
            </a:r>
            <a:endParaRPr lang="es-ES" sz="728" dirty="0">
              <a:latin typeface="Arial"/>
              <a:cs typeface="Arial"/>
            </a:endParaRPr>
          </a:p>
        </p:txBody>
      </p:sp>
      <p:sp>
        <p:nvSpPr>
          <p:cNvPr id="66" name="Marcador de texto 12">
            <a:extLst>
              <a:ext uri="{FF2B5EF4-FFF2-40B4-BE49-F238E27FC236}">
                <a16:creationId xmlns:a16="http://schemas.microsoft.com/office/drawing/2014/main" id="{25BD6347-385D-3C68-7581-0D976D333237}"/>
              </a:ext>
            </a:extLst>
          </p:cNvPr>
          <p:cNvSpPr>
            <a:spLocks noGrp="1" noRot="1" noMove="1" noResize="1" noEditPoints="1" noAdjustHandles="1" noChangeArrowheads="1" noChangeShapeType="1"/>
          </p:cNvSpPr>
          <p:nvPr>
            <p:ph type="body" sz="quarter" idx="37" hasCustomPrompt="1"/>
          </p:nvPr>
        </p:nvSpPr>
        <p:spPr>
          <a:xfrm>
            <a:off x="4940725" y="4068697"/>
            <a:ext cx="1617385" cy="457550"/>
          </a:xfrm>
          <a:prstGeom prst="rect">
            <a:avLst/>
          </a:prstGeom>
        </p:spPr>
        <p:txBody>
          <a:bodyPr/>
          <a:lstStyle>
            <a:lvl1pPr marL="7701" marR="3081" indent="-385" algn="l">
              <a:lnSpc>
                <a:spcPts val="800"/>
              </a:lnSpc>
              <a:spcBef>
                <a:spcPts val="161"/>
              </a:spcBef>
              <a:defRPr sz="728" b="0" spc="0" baseline="0">
                <a:solidFill>
                  <a:srgbClr val="262929"/>
                </a:solidFill>
                <a:latin typeface="+mn-lt"/>
              </a:defRPr>
            </a:lvl1pPr>
          </a:lstStyle>
          <a:p>
            <a:pPr marL="12700" marR="5080" indent="-635">
              <a:lnSpc>
                <a:spcPts val="1320"/>
              </a:lnSpc>
              <a:spcBef>
                <a:spcPts val="265"/>
              </a:spcBef>
            </a:pPr>
            <a:r>
              <a:rPr lang="fr-FR" sz="728" dirty="0" err="1">
                <a:solidFill>
                  <a:srgbClr val="262929"/>
                </a:solidFill>
                <a:latin typeface="Arial"/>
                <a:cs typeface="Arial"/>
              </a:rPr>
              <a:t>Unt</a:t>
            </a:r>
            <a:r>
              <a:rPr lang="fr-FR" sz="728" spc="3" dirty="0">
                <a:solidFill>
                  <a:srgbClr val="262929"/>
                </a:solidFill>
                <a:latin typeface="Arial"/>
                <a:cs typeface="Arial"/>
              </a:rPr>
              <a:t> </a:t>
            </a:r>
            <a:r>
              <a:rPr lang="fr-FR" sz="728" dirty="0">
                <a:solidFill>
                  <a:srgbClr val="262929"/>
                </a:solidFill>
                <a:latin typeface="Arial"/>
                <a:cs typeface="Arial"/>
              </a:rPr>
              <a:t>et,</a:t>
            </a:r>
            <a:r>
              <a:rPr lang="fr-FR" sz="728" spc="3" dirty="0">
                <a:solidFill>
                  <a:srgbClr val="262929"/>
                </a:solidFill>
                <a:latin typeface="Arial"/>
                <a:cs typeface="Arial"/>
              </a:rPr>
              <a:t> </a:t>
            </a:r>
            <a:r>
              <a:rPr lang="fr-FR" sz="728" dirty="0" err="1">
                <a:solidFill>
                  <a:srgbClr val="262929"/>
                </a:solidFill>
                <a:latin typeface="Arial"/>
                <a:cs typeface="Arial"/>
              </a:rPr>
              <a:t>eate</a:t>
            </a:r>
            <a:r>
              <a:rPr lang="fr-FR" sz="728" spc="6" dirty="0">
                <a:solidFill>
                  <a:srgbClr val="262929"/>
                </a:solidFill>
                <a:latin typeface="Arial"/>
                <a:cs typeface="Arial"/>
              </a:rPr>
              <a:t> </a:t>
            </a:r>
            <a:r>
              <a:rPr lang="fr-FR" sz="728" dirty="0">
                <a:solidFill>
                  <a:srgbClr val="262929"/>
                </a:solidFill>
                <a:latin typeface="Arial"/>
                <a:cs typeface="Arial"/>
              </a:rPr>
              <a:t>que</a:t>
            </a:r>
            <a:r>
              <a:rPr lang="fr-FR" sz="728" spc="3" dirty="0">
                <a:solidFill>
                  <a:srgbClr val="262929"/>
                </a:solidFill>
                <a:latin typeface="Arial"/>
                <a:cs typeface="Arial"/>
              </a:rPr>
              <a:t> </a:t>
            </a:r>
            <a:r>
              <a:rPr lang="fr-FR" sz="728" dirty="0">
                <a:solidFill>
                  <a:srgbClr val="262929"/>
                </a:solidFill>
                <a:latin typeface="Arial"/>
                <a:cs typeface="Arial"/>
              </a:rPr>
              <a:t>nia</a:t>
            </a:r>
            <a:r>
              <a:rPr lang="fr-FR" sz="728" spc="3" dirty="0">
                <a:solidFill>
                  <a:srgbClr val="262929"/>
                </a:solidFill>
                <a:latin typeface="Arial"/>
                <a:cs typeface="Arial"/>
              </a:rPr>
              <a:t> </a:t>
            </a:r>
            <a:r>
              <a:rPr lang="fr-FR" sz="728" dirty="0" err="1">
                <a:solidFill>
                  <a:srgbClr val="262929"/>
                </a:solidFill>
                <a:latin typeface="Arial"/>
                <a:cs typeface="Arial"/>
              </a:rPr>
              <a:t>aboribust</a:t>
            </a:r>
            <a:r>
              <a:rPr lang="fr-FR" sz="728" spc="6" dirty="0">
                <a:solidFill>
                  <a:srgbClr val="262929"/>
                </a:solidFill>
                <a:latin typeface="Arial"/>
                <a:cs typeface="Arial"/>
              </a:rPr>
              <a:t> </a:t>
            </a:r>
            <a:r>
              <a:rPr lang="fr-FR" sz="728" spc="-12" dirty="0">
                <a:solidFill>
                  <a:srgbClr val="262929"/>
                </a:solidFill>
                <a:latin typeface="Arial"/>
                <a:cs typeface="Arial"/>
              </a:rPr>
              <a:t>voles </a:t>
            </a:r>
            <a:r>
              <a:rPr lang="fr-FR" sz="728" dirty="0" err="1">
                <a:solidFill>
                  <a:srgbClr val="262929"/>
                </a:solidFill>
                <a:latin typeface="Arial"/>
                <a:cs typeface="Arial"/>
              </a:rPr>
              <a:t>ressimi</a:t>
            </a:r>
            <a:r>
              <a:rPr lang="fr-FR" sz="728" spc="6" dirty="0">
                <a:solidFill>
                  <a:srgbClr val="262929"/>
                </a:solidFill>
                <a:latin typeface="Arial"/>
                <a:cs typeface="Arial"/>
              </a:rPr>
              <a:t> </a:t>
            </a:r>
            <a:r>
              <a:rPr lang="fr-FR" sz="728" dirty="0" err="1">
                <a:solidFill>
                  <a:srgbClr val="262929"/>
                </a:solidFill>
                <a:latin typeface="Arial"/>
                <a:cs typeface="Arial"/>
              </a:rPr>
              <a:t>licidis</a:t>
            </a:r>
            <a:r>
              <a:rPr lang="fr-FR" sz="728" spc="6" dirty="0">
                <a:solidFill>
                  <a:srgbClr val="262929"/>
                </a:solidFill>
                <a:latin typeface="Arial"/>
                <a:cs typeface="Arial"/>
              </a:rPr>
              <a:t> </a:t>
            </a:r>
            <a:r>
              <a:rPr lang="fr-FR" sz="728" dirty="0" err="1">
                <a:solidFill>
                  <a:srgbClr val="262929"/>
                </a:solidFill>
                <a:latin typeface="Arial"/>
                <a:cs typeface="Arial"/>
              </a:rPr>
              <a:t>doluptae</a:t>
            </a:r>
            <a:r>
              <a:rPr lang="fr-FR" sz="728" spc="6" dirty="0">
                <a:solidFill>
                  <a:srgbClr val="262929"/>
                </a:solidFill>
                <a:latin typeface="Arial"/>
                <a:cs typeface="Arial"/>
              </a:rPr>
              <a:t> </a:t>
            </a:r>
            <a:r>
              <a:rPr lang="fr-FR" sz="728" spc="-6" dirty="0" err="1">
                <a:solidFill>
                  <a:srgbClr val="262929"/>
                </a:solidFill>
                <a:latin typeface="Arial"/>
                <a:cs typeface="Arial"/>
              </a:rPr>
              <a:t>exeribus</a:t>
            </a:r>
            <a:endParaRPr lang="fr-FR" sz="728" dirty="0">
              <a:latin typeface="Arial"/>
              <a:cs typeface="Arial"/>
            </a:endParaRPr>
          </a:p>
        </p:txBody>
      </p:sp>
      <p:sp>
        <p:nvSpPr>
          <p:cNvPr id="67" name="Marcador de texto 12">
            <a:extLst>
              <a:ext uri="{FF2B5EF4-FFF2-40B4-BE49-F238E27FC236}">
                <a16:creationId xmlns:a16="http://schemas.microsoft.com/office/drawing/2014/main" id="{F53B4E3A-A382-7258-498F-85C0F3286D2B}"/>
              </a:ext>
            </a:extLst>
          </p:cNvPr>
          <p:cNvSpPr>
            <a:spLocks noGrp="1" noRot="1" noMove="1" noResize="1" noEditPoints="1" noAdjustHandles="1" noChangeArrowheads="1" noChangeShapeType="1"/>
          </p:cNvSpPr>
          <p:nvPr>
            <p:ph type="body" sz="quarter" idx="38" hasCustomPrompt="1"/>
          </p:nvPr>
        </p:nvSpPr>
        <p:spPr>
          <a:xfrm>
            <a:off x="9591012" y="4068697"/>
            <a:ext cx="1558342" cy="457550"/>
          </a:xfrm>
          <a:prstGeom prst="rect">
            <a:avLst/>
          </a:prstGeom>
        </p:spPr>
        <p:txBody>
          <a:bodyPr/>
          <a:lstStyle>
            <a:lvl1pPr marL="7701" marR="3081" algn="just">
              <a:lnSpc>
                <a:spcPts val="794"/>
              </a:lnSpc>
              <a:spcBef>
                <a:spcPts val="167"/>
              </a:spcBef>
              <a:defRPr sz="728" b="0" spc="0" baseline="0">
                <a:solidFill>
                  <a:srgbClr val="262929"/>
                </a:solidFill>
                <a:latin typeface="+mn-lt"/>
              </a:defRPr>
            </a:lvl1pPr>
          </a:lstStyle>
          <a:p>
            <a:pPr marL="12700" marR="5080" algn="just">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spc="6" dirty="0">
                <a:solidFill>
                  <a:srgbClr val="262929"/>
                </a:solidFill>
                <a:latin typeface="Arial"/>
                <a:cs typeface="Arial"/>
              </a:rPr>
              <a:t> </a:t>
            </a:r>
            <a:r>
              <a:rPr lang="es-ES" sz="728" dirty="0">
                <a:solidFill>
                  <a:srgbClr val="262929"/>
                </a:solidFill>
                <a:latin typeface="Arial"/>
                <a:cs typeface="Arial"/>
              </a:rPr>
              <a:t>re</a:t>
            </a:r>
            <a:r>
              <a:rPr lang="es-ES" sz="728" spc="6" dirty="0">
                <a:solidFill>
                  <a:srgbClr val="262929"/>
                </a:solidFill>
                <a:latin typeface="Arial"/>
                <a:cs typeface="Arial"/>
              </a:rPr>
              <a:t> </a:t>
            </a:r>
            <a:r>
              <a:rPr lang="es-ES" sz="728" dirty="0">
                <a:solidFill>
                  <a:srgbClr val="262929"/>
                </a:solidFill>
                <a:latin typeface="Arial"/>
                <a:cs typeface="Arial"/>
              </a:rPr>
              <a:t>sitas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9" dirty="0">
                <a:solidFill>
                  <a:srgbClr val="262929"/>
                </a:solidFill>
                <a:latin typeface="Arial"/>
                <a:cs typeface="Arial"/>
              </a:rPr>
              <a:t> </a:t>
            </a:r>
            <a:r>
              <a:rPr lang="es-ES" sz="728" spc="-6" dirty="0" err="1">
                <a:solidFill>
                  <a:srgbClr val="262929"/>
                </a:solidFill>
                <a:latin typeface="Arial"/>
                <a:cs typeface="Arial"/>
              </a:rPr>
              <a:t>ipsus</a:t>
            </a:r>
            <a:r>
              <a:rPr lang="es-ES" sz="728" spc="-6" dirty="0">
                <a:solidFill>
                  <a:srgbClr val="262929"/>
                </a:solidFill>
                <a:latin typeface="Arial"/>
                <a:cs typeface="Arial"/>
              </a:rPr>
              <a:t>.</a:t>
            </a:r>
            <a:endParaRPr lang="es-ES" sz="728" dirty="0">
              <a:latin typeface="Arial"/>
              <a:cs typeface="Arial"/>
            </a:endParaRPr>
          </a:p>
        </p:txBody>
      </p:sp>
      <p:sp>
        <p:nvSpPr>
          <p:cNvPr id="68" name="Marcador de texto 12">
            <a:extLst>
              <a:ext uri="{FF2B5EF4-FFF2-40B4-BE49-F238E27FC236}">
                <a16:creationId xmlns:a16="http://schemas.microsoft.com/office/drawing/2014/main" id="{BDC87F06-AF90-1925-CDD0-CD804498A6B8}"/>
              </a:ext>
            </a:extLst>
          </p:cNvPr>
          <p:cNvSpPr>
            <a:spLocks noGrp="1" noRot="1" noMove="1" noResize="1" noEditPoints="1" noAdjustHandles="1" noChangeArrowheads="1" noChangeShapeType="1"/>
          </p:cNvSpPr>
          <p:nvPr>
            <p:ph type="body" sz="quarter" idx="39" hasCustomPrompt="1"/>
          </p:nvPr>
        </p:nvSpPr>
        <p:spPr>
          <a:xfrm>
            <a:off x="4940725" y="4810204"/>
            <a:ext cx="1617385" cy="457550"/>
          </a:xfrm>
          <a:prstGeom prst="rect">
            <a:avLst/>
          </a:prstGeom>
        </p:spPr>
        <p:txBody>
          <a:bodyPr/>
          <a:lstStyle>
            <a:lvl1pPr marL="7701" marR="3081" algn="l">
              <a:lnSpc>
                <a:spcPts val="794"/>
              </a:lnSpc>
              <a:spcBef>
                <a:spcPts val="167"/>
              </a:spcBef>
              <a:defRPr sz="728" b="0" spc="0" baseline="0">
                <a:solidFill>
                  <a:srgbClr val="262929"/>
                </a:solidFill>
                <a:latin typeface="+mn-lt"/>
              </a:defRPr>
            </a:lvl1pPr>
          </a:lstStyle>
          <a:p>
            <a:pPr marL="12700" marR="5080">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dirty="0">
                <a:solidFill>
                  <a:srgbClr val="262929"/>
                </a:solidFill>
                <a:latin typeface="Arial"/>
                <a:cs typeface="Arial"/>
              </a:rPr>
              <a:t> re</a:t>
            </a:r>
            <a:r>
              <a:rPr lang="es-ES" sz="728" spc="3" dirty="0">
                <a:solidFill>
                  <a:srgbClr val="262929"/>
                </a:solidFill>
                <a:latin typeface="Arial"/>
                <a:cs typeface="Arial"/>
              </a:rPr>
              <a:t> </a:t>
            </a:r>
            <a:r>
              <a:rPr lang="es-ES" sz="728" dirty="0">
                <a:solidFill>
                  <a:srgbClr val="262929"/>
                </a:solidFill>
                <a:latin typeface="Arial"/>
                <a:cs typeface="Arial"/>
              </a:rPr>
              <a:t>sitas</a:t>
            </a:r>
            <a:r>
              <a:rPr lang="es-ES" sz="728" spc="3"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err="1">
                <a:solidFill>
                  <a:srgbClr val="262929"/>
                </a:solidFill>
                <a:latin typeface="Arial"/>
                <a:cs typeface="Arial"/>
              </a:rPr>
              <a:t>ipsus</a:t>
            </a:r>
            <a:r>
              <a:rPr lang="es-ES" sz="728" dirty="0">
                <a:solidFill>
                  <a:srgbClr val="262929"/>
                </a:solidFill>
                <a:latin typeface="Arial"/>
                <a:cs typeface="Arial"/>
              </a:rPr>
              <a:t>,</a:t>
            </a:r>
            <a:r>
              <a:rPr lang="es-ES" sz="728" spc="3" dirty="0">
                <a:solidFill>
                  <a:srgbClr val="262929"/>
                </a:solidFill>
                <a:latin typeface="Arial"/>
                <a:cs typeface="Arial"/>
              </a:rPr>
              <a:t> </a:t>
            </a:r>
            <a:r>
              <a:rPr lang="es-ES" sz="728" dirty="0">
                <a:solidFill>
                  <a:srgbClr val="262929"/>
                </a:solidFill>
                <a:latin typeface="Arial"/>
                <a:cs typeface="Arial"/>
              </a:rPr>
              <a:t>quis</a:t>
            </a:r>
            <a:r>
              <a:rPr lang="es-ES" sz="728" spc="3" dirty="0">
                <a:solidFill>
                  <a:srgbClr val="262929"/>
                </a:solidFill>
                <a:latin typeface="Arial"/>
                <a:cs typeface="Arial"/>
              </a:rPr>
              <a:t> </a:t>
            </a:r>
            <a:r>
              <a:rPr lang="es-ES" sz="728" spc="-12" dirty="0" err="1">
                <a:solidFill>
                  <a:srgbClr val="262929"/>
                </a:solidFill>
                <a:latin typeface="Arial"/>
                <a:cs typeface="Arial"/>
              </a:rPr>
              <a:t>atem</a:t>
            </a:r>
            <a:r>
              <a:rPr lang="es-ES" sz="728" spc="-12" dirty="0">
                <a:solidFill>
                  <a:srgbClr val="262929"/>
                </a:solidFill>
                <a:latin typeface="Arial"/>
                <a:cs typeface="Arial"/>
              </a:rPr>
              <a:t> </a:t>
            </a:r>
            <a:r>
              <a:rPr lang="es-ES" sz="728" dirty="0" err="1">
                <a:solidFill>
                  <a:srgbClr val="262929"/>
                </a:solidFill>
                <a:latin typeface="Arial"/>
                <a:cs typeface="Arial"/>
              </a:rPr>
              <a:t>venditatusto</a:t>
            </a:r>
            <a:r>
              <a:rPr lang="es-ES" sz="728" spc="-36" dirty="0">
                <a:solidFill>
                  <a:srgbClr val="262929"/>
                </a:solidFill>
                <a:latin typeface="Arial"/>
                <a:cs typeface="Arial"/>
              </a:rPr>
              <a:t> </a:t>
            </a:r>
            <a:r>
              <a:rPr lang="es-ES" sz="728" spc="-6" dirty="0" err="1">
                <a:solidFill>
                  <a:srgbClr val="262929"/>
                </a:solidFill>
                <a:latin typeface="Arial"/>
                <a:cs typeface="Arial"/>
              </a:rPr>
              <a:t>excepud</a:t>
            </a:r>
            <a:endParaRPr lang="es-ES" sz="728" dirty="0">
              <a:latin typeface="Arial"/>
              <a:cs typeface="Arial"/>
            </a:endParaRPr>
          </a:p>
        </p:txBody>
      </p:sp>
      <p:sp>
        <p:nvSpPr>
          <p:cNvPr id="69" name="Marcador de texto 12">
            <a:extLst>
              <a:ext uri="{FF2B5EF4-FFF2-40B4-BE49-F238E27FC236}">
                <a16:creationId xmlns:a16="http://schemas.microsoft.com/office/drawing/2014/main" id="{76919D06-CC4B-F4E4-A0A7-C2F881D2F799}"/>
              </a:ext>
            </a:extLst>
          </p:cNvPr>
          <p:cNvSpPr>
            <a:spLocks noGrp="1" noRot="1" noMove="1" noResize="1" noEditPoints="1" noAdjustHandles="1" noChangeArrowheads="1" noChangeShapeType="1"/>
          </p:cNvSpPr>
          <p:nvPr>
            <p:ph type="body" sz="quarter" idx="40" hasCustomPrompt="1"/>
          </p:nvPr>
        </p:nvSpPr>
        <p:spPr>
          <a:xfrm>
            <a:off x="7264107" y="4810204"/>
            <a:ext cx="1558342" cy="457550"/>
          </a:xfrm>
          <a:prstGeom prst="rect">
            <a:avLst/>
          </a:prstGeom>
        </p:spPr>
        <p:txBody>
          <a:bodyPr/>
          <a:lstStyle>
            <a:lvl1pPr marL="7701" marR="3081" algn="just">
              <a:lnSpc>
                <a:spcPts val="794"/>
              </a:lnSpc>
              <a:spcBef>
                <a:spcPts val="167"/>
              </a:spcBef>
              <a:defRPr sz="728" b="0" spc="0" baseline="0">
                <a:solidFill>
                  <a:srgbClr val="262929"/>
                </a:solidFill>
                <a:latin typeface="+mn-lt"/>
              </a:defRPr>
            </a:lvl1pPr>
          </a:lstStyle>
          <a:p>
            <a:pPr marL="12700" marR="5080" algn="just">
              <a:lnSpc>
                <a:spcPts val="1310"/>
              </a:lnSpc>
              <a:spcBef>
                <a:spcPts val="275"/>
              </a:spcBef>
            </a:pPr>
            <a:r>
              <a:rPr lang="es-ES" sz="728" dirty="0" err="1">
                <a:solidFill>
                  <a:srgbClr val="262929"/>
                </a:solidFill>
                <a:latin typeface="Arial"/>
                <a:cs typeface="Arial"/>
              </a:rPr>
              <a:t>Adit</a:t>
            </a:r>
            <a:r>
              <a:rPr lang="es-ES" sz="728" spc="-6" dirty="0">
                <a:solidFill>
                  <a:srgbClr val="262929"/>
                </a:solidFill>
                <a:latin typeface="Arial"/>
                <a:cs typeface="Arial"/>
              </a:rPr>
              <a:t> </a:t>
            </a:r>
            <a:r>
              <a:rPr lang="es-ES" sz="728" dirty="0" err="1">
                <a:solidFill>
                  <a:srgbClr val="262929"/>
                </a:solidFill>
                <a:latin typeface="Arial"/>
                <a:cs typeface="Arial"/>
              </a:rPr>
              <a:t>vendit</a:t>
            </a:r>
            <a:r>
              <a:rPr lang="es-ES" sz="728" spc="-6" dirty="0">
                <a:solidFill>
                  <a:srgbClr val="262929"/>
                </a:solidFill>
                <a:latin typeface="Arial"/>
                <a:cs typeface="Arial"/>
              </a:rPr>
              <a:t> </a:t>
            </a:r>
            <a:r>
              <a:rPr lang="es-ES" sz="728" dirty="0" err="1">
                <a:solidFill>
                  <a:srgbClr val="262929"/>
                </a:solidFill>
                <a:latin typeface="Arial"/>
                <a:cs typeface="Arial"/>
              </a:rPr>
              <a:t>intionetur</a:t>
            </a:r>
            <a:r>
              <a:rPr lang="es-ES" sz="728" spc="-6" dirty="0">
                <a:solidFill>
                  <a:srgbClr val="262929"/>
                </a:solidFill>
                <a:latin typeface="Arial"/>
                <a:cs typeface="Arial"/>
              </a:rPr>
              <a:t> </a:t>
            </a:r>
            <a:r>
              <a:rPr lang="es-ES" sz="728" dirty="0">
                <a:solidFill>
                  <a:srgbClr val="262929"/>
                </a:solidFill>
                <a:latin typeface="Arial"/>
                <a:cs typeface="Arial"/>
              </a:rPr>
              <a:t>sim</a:t>
            </a:r>
            <a:r>
              <a:rPr lang="es-ES" sz="728" spc="-6" dirty="0">
                <a:solidFill>
                  <a:srgbClr val="262929"/>
                </a:solidFill>
                <a:latin typeface="Arial"/>
                <a:cs typeface="Arial"/>
              </a:rPr>
              <a:t> </a:t>
            </a:r>
            <a:r>
              <a:rPr lang="es-ES" sz="728" dirty="0" err="1">
                <a:solidFill>
                  <a:srgbClr val="262929"/>
                </a:solidFill>
                <a:latin typeface="Arial"/>
                <a:cs typeface="Arial"/>
              </a:rPr>
              <a:t>aut</a:t>
            </a:r>
            <a:r>
              <a:rPr lang="es-ES" sz="728" spc="-6" dirty="0">
                <a:solidFill>
                  <a:srgbClr val="262929"/>
                </a:solidFill>
                <a:latin typeface="Arial"/>
                <a:cs typeface="Arial"/>
              </a:rPr>
              <a:t> </a:t>
            </a:r>
            <a:r>
              <a:rPr lang="es-ES" sz="728" spc="-12" dirty="0" err="1">
                <a:solidFill>
                  <a:srgbClr val="262929"/>
                </a:solidFill>
                <a:latin typeface="Arial"/>
                <a:cs typeface="Arial"/>
              </a:rPr>
              <a:t>volum</a:t>
            </a:r>
            <a:r>
              <a:rPr lang="es-ES" sz="728" spc="-12" dirty="0">
                <a:solidFill>
                  <a:srgbClr val="262929"/>
                </a:solidFill>
                <a:latin typeface="Arial"/>
                <a:cs typeface="Arial"/>
              </a:rPr>
              <a:t> </a:t>
            </a:r>
            <a:r>
              <a:rPr lang="es-ES" sz="728" dirty="0">
                <a:solidFill>
                  <a:srgbClr val="262929"/>
                </a:solidFill>
                <a:latin typeface="Arial"/>
                <a:cs typeface="Arial"/>
              </a:rPr>
              <a:t>et</a:t>
            </a:r>
            <a:r>
              <a:rPr lang="es-ES" sz="728" spc="3" dirty="0">
                <a:solidFill>
                  <a:srgbClr val="262929"/>
                </a:solidFill>
                <a:latin typeface="Arial"/>
                <a:cs typeface="Arial"/>
              </a:rPr>
              <a:t> </a:t>
            </a:r>
            <a:r>
              <a:rPr lang="es-ES" sz="728" dirty="0" err="1">
                <a:solidFill>
                  <a:srgbClr val="262929"/>
                </a:solidFill>
                <a:latin typeface="Arial"/>
                <a:cs typeface="Arial"/>
              </a:rPr>
              <a:t>volore</a:t>
            </a:r>
            <a:r>
              <a:rPr lang="es-ES" sz="728" spc="6" dirty="0">
                <a:solidFill>
                  <a:srgbClr val="262929"/>
                </a:solidFill>
                <a:latin typeface="Arial"/>
                <a:cs typeface="Arial"/>
              </a:rPr>
              <a:t> </a:t>
            </a:r>
            <a:r>
              <a:rPr lang="es-ES" sz="728" dirty="0">
                <a:solidFill>
                  <a:srgbClr val="262929"/>
                </a:solidFill>
                <a:latin typeface="Arial"/>
                <a:cs typeface="Arial"/>
              </a:rPr>
              <a:t>venda</a:t>
            </a:r>
            <a:r>
              <a:rPr lang="es-ES" sz="728" spc="3" dirty="0">
                <a:solidFill>
                  <a:srgbClr val="262929"/>
                </a:solidFill>
                <a:latin typeface="Arial"/>
                <a:cs typeface="Arial"/>
              </a:rPr>
              <a:t> </a:t>
            </a:r>
            <a:r>
              <a:rPr lang="es-ES" sz="728" dirty="0" err="1">
                <a:solidFill>
                  <a:srgbClr val="262929"/>
                </a:solidFill>
                <a:latin typeface="Arial"/>
                <a:cs typeface="Arial"/>
              </a:rPr>
              <a:t>dis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3" dirty="0">
                <a:solidFill>
                  <a:srgbClr val="262929"/>
                </a:solidFill>
                <a:latin typeface="Arial"/>
                <a:cs typeface="Arial"/>
              </a:rPr>
              <a:t> </a:t>
            </a:r>
            <a:r>
              <a:rPr lang="es-ES" sz="728" dirty="0">
                <a:solidFill>
                  <a:srgbClr val="262929"/>
                </a:solidFill>
                <a:latin typeface="Arial"/>
                <a:cs typeface="Arial"/>
              </a:rPr>
              <a:t>in</a:t>
            </a:r>
            <a:r>
              <a:rPr lang="es-ES" sz="728" spc="6" dirty="0">
                <a:solidFill>
                  <a:srgbClr val="262929"/>
                </a:solidFill>
                <a:latin typeface="Arial"/>
                <a:cs typeface="Arial"/>
              </a:rPr>
              <a:t> </a:t>
            </a:r>
            <a:r>
              <a:rPr lang="es-ES" sz="728" spc="-6" dirty="0" err="1">
                <a:solidFill>
                  <a:srgbClr val="262929"/>
                </a:solidFill>
                <a:latin typeface="Arial"/>
                <a:cs typeface="Arial"/>
              </a:rPr>
              <a:t>niandisin</a:t>
            </a:r>
            <a:r>
              <a:rPr lang="es-ES" sz="728" spc="-6" dirty="0">
                <a:solidFill>
                  <a:srgbClr val="262929"/>
                </a:solidFill>
                <a:latin typeface="Arial"/>
                <a:cs typeface="Arial"/>
              </a:rPr>
              <a:t> </a:t>
            </a:r>
            <a:r>
              <a:rPr lang="es-ES" sz="728" dirty="0" err="1">
                <a:solidFill>
                  <a:srgbClr val="262929"/>
                </a:solidFill>
                <a:latin typeface="Arial"/>
                <a:cs typeface="Arial"/>
              </a:rPr>
              <a:t>eiciis</a:t>
            </a:r>
            <a:r>
              <a:rPr lang="es-ES" sz="728" spc="6" dirty="0">
                <a:solidFill>
                  <a:srgbClr val="262929"/>
                </a:solidFill>
                <a:latin typeface="Arial"/>
                <a:cs typeface="Arial"/>
              </a:rPr>
              <a:t> </a:t>
            </a:r>
            <a:r>
              <a:rPr lang="es-ES" sz="728" dirty="0">
                <a:solidFill>
                  <a:srgbClr val="262929"/>
                </a:solidFill>
                <a:latin typeface="Arial"/>
                <a:cs typeface="Arial"/>
              </a:rPr>
              <a:t>re</a:t>
            </a:r>
            <a:r>
              <a:rPr lang="es-ES" sz="728" spc="6" dirty="0">
                <a:solidFill>
                  <a:srgbClr val="262929"/>
                </a:solidFill>
                <a:latin typeface="Arial"/>
                <a:cs typeface="Arial"/>
              </a:rPr>
              <a:t> </a:t>
            </a:r>
            <a:r>
              <a:rPr lang="es-ES" sz="728" dirty="0">
                <a:solidFill>
                  <a:srgbClr val="262929"/>
                </a:solidFill>
                <a:latin typeface="Arial"/>
                <a:cs typeface="Arial"/>
              </a:rPr>
              <a:t>sitas</a:t>
            </a:r>
            <a:r>
              <a:rPr lang="es-ES" sz="728" spc="6" dirty="0">
                <a:solidFill>
                  <a:srgbClr val="262929"/>
                </a:solidFill>
                <a:latin typeface="Arial"/>
                <a:cs typeface="Arial"/>
              </a:rPr>
              <a:t> </a:t>
            </a:r>
            <a:r>
              <a:rPr lang="es-ES" sz="728" dirty="0">
                <a:solidFill>
                  <a:srgbClr val="262929"/>
                </a:solidFill>
                <a:latin typeface="Arial"/>
                <a:cs typeface="Arial"/>
              </a:rPr>
              <a:t>del</a:t>
            </a:r>
            <a:r>
              <a:rPr lang="es-ES" sz="728" spc="9" dirty="0">
                <a:solidFill>
                  <a:srgbClr val="262929"/>
                </a:solidFill>
                <a:latin typeface="Arial"/>
                <a:cs typeface="Arial"/>
              </a:rPr>
              <a:t> </a:t>
            </a:r>
            <a:r>
              <a:rPr lang="es-ES" sz="728" spc="-6" dirty="0" err="1">
                <a:solidFill>
                  <a:srgbClr val="262929"/>
                </a:solidFill>
                <a:latin typeface="Arial"/>
                <a:cs typeface="Arial"/>
              </a:rPr>
              <a:t>ipsus</a:t>
            </a:r>
            <a:r>
              <a:rPr lang="es-ES" sz="728" spc="-6" dirty="0">
                <a:solidFill>
                  <a:srgbClr val="262929"/>
                </a:solidFill>
                <a:latin typeface="Arial"/>
                <a:cs typeface="Arial"/>
              </a:rPr>
              <a:t>.</a:t>
            </a:r>
            <a:endParaRPr lang="es-ES" sz="728" dirty="0">
              <a:latin typeface="Arial"/>
              <a:cs typeface="Arial"/>
            </a:endParaRPr>
          </a:p>
        </p:txBody>
      </p:sp>
      <p:sp>
        <p:nvSpPr>
          <p:cNvPr id="70" name="Marcador de texto 12">
            <a:extLst>
              <a:ext uri="{FF2B5EF4-FFF2-40B4-BE49-F238E27FC236}">
                <a16:creationId xmlns:a16="http://schemas.microsoft.com/office/drawing/2014/main" id="{8036F2DB-3C1D-A999-9D01-8059C176B4D6}"/>
              </a:ext>
            </a:extLst>
          </p:cNvPr>
          <p:cNvSpPr>
            <a:spLocks noGrp="1" noRot="1" noMove="1" noResize="1" noEditPoints="1" noAdjustHandles="1" noChangeArrowheads="1" noChangeShapeType="1"/>
          </p:cNvSpPr>
          <p:nvPr>
            <p:ph type="body" sz="quarter" idx="41" hasCustomPrompt="1"/>
          </p:nvPr>
        </p:nvSpPr>
        <p:spPr>
          <a:xfrm>
            <a:off x="9591011" y="4810204"/>
            <a:ext cx="1617385" cy="457550"/>
          </a:xfrm>
          <a:prstGeom prst="rect">
            <a:avLst/>
          </a:prstGeom>
        </p:spPr>
        <p:txBody>
          <a:bodyPr/>
          <a:lstStyle>
            <a:lvl1pPr marL="7701" marR="3081" indent="-385" algn="l">
              <a:lnSpc>
                <a:spcPts val="800"/>
              </a:lnSpc>
              <a:spcBef>
                <a:spcPts val="161"/>
              </a:spcBef>
              <a:defRPr sz="728" b="0" spc="0" baseline="0">
                <a:solidFill>
                  <a:srgbClr val="262929"/>
                </a:solidFill>
                <a:latin typeface="+mn-lt"/>
              </a:defRPr>
            </a:lvl1pPr>
          </a:lstStyle>
          <a:p>
            <a:pPr marL="12700" marR="5080" indent="-635">
              <a:lnSpc>
                <a:spcPts val="1320"/>
              </a:lnSpc>
              <a:spcBef>
                <a:spcPts val="265"/>
              </a:spcBef>
            </a:pPr>
            <a:r>
              <a:rPr lang="fr-FR" sz="728" dirty="0" err="1">
                <a:solidFill>
                  <a:srgbClr val="262929"/>
                </a:solidFill>
                <a:latin typeface="Arial"/>
                <a:cs typeface="Arial"/>
              </a:rPr>
              <a:t>Unt</a:t>
            </a:r>
            <a:r>
              <a:rPr lang="fr-FR" sz="728" spc="3" dirty="0">
                <a:solidFill>
                  <a:srgbClr val="262929"/>
                </a:solidFill>
                <a:latin typeface="Arial"/>
                <a:cs typeface="Arial"/>
              </a:rPr>
              <a:t> </a:t>
            </a:r>
            <a:r>
              <a:rPr lang="fr-FR" sz="728" dirty="0">
                <a:solidFill>
                  <a:srgbClr val="262929"/>
                </a:solidFill>
                <a:latin typeface="Arial"/>
                <a:cs typeface="Arial"/>
              </a:rPr>
              <a:t>et,</a:t>
            </a:r>
            <a:r>
              <a:rPr lang="fr-FR" sz="728" spc="3" dirty="0">
                <a:solidFill>
                  <a:srgbClr val="262929"/>
                </a:solidFill>
                <a:latin typeface="Arial"/>
                <a:cs typeface="Arial"/>
              </a:rPr>
              <a:t> </a:t>
            </a:r>
            <a:r>
              <a:rPr lang="fr-FR" sz="728" dirty="0" err="1">
                <a:solidFill>
                  <a:srgbClr val="262929"/>
                </a:solidFill>
                <a:latin typeface="Arial"/>
                <a:cs typeface="Arial"/>
              </a:rPr>
              <a:t>eate</a:t>
            </a:r>
            <a:r>
              <a:rPr lang="fr-FR" sz="728" spc="6" dirty="0">
                <a:solidFill>
                  <a:srgbClr val="262929"/>
                </a:solidFill>
                <a:latin typeface="Arial"/>
                <a:cs typeface="Arial"/>
              </a:rPr>
              <a:t> </a:t>
            </a:r>
            <a:r>
              <a:rPr lang="fr-FR" sz="728" dirty="0">
                <a:solidFill>
                  <a:srgbClr val="262929"/>
                </a:solidFill>
                <a:latin typeface="Arial"/>
                <a:cs typeface="Arial"/>
              </a:rPr>
              <a:t>que</a:t>
            </a:r>
            <a:r>
              <a:rPr lang="fr-FR" sz="728" spc="3" dirty="0">
                <a:solidFill>
                  <a:srgbClr val="262929"/>
                </a:solidFill>
                <a:latin typeface="Arial"/>
                <a:cs typeface="Arial"/>
              </a:rPr>
              <a:t> </a:t>
            </a:r>
            <a:r>
              <a:rPr lang="fr-FR" sz="728" dirty="0">
                <a:solidFill>
                  <a:srgbClr val="262929"/>
                </a:solidFill>
                <a:latin typeface="Arial"/>
                <a:cs typeface="Arial"/>
              </a:rPr>
              <a:t>nia</a:t>
            </a:r>
            <a:r>
              <a:rPr lang="fr-FR" sz="728" spc="3" dirty="0">
                <a:solidFill>
                  <a:srgbClr val="262929"/>
                </a:solidFill>
                <a:latin typeface="Arial"/>
                <a:cs typeface="Arial"/>
              </a:rPr>
              <a:t> </a:t>
            </a:r>
            <a:r>
              <a:rPr lang="fr-FR" sz="728" dirty="0" err="1">
                <a:solidFill>
                  <a:srgbClr val="262929"/>
                </a:solidFill>
                <a:latin typeface="Arial"/>
                <a:cs typeface="Arial"/>
              </a:rPr>
              <a:t>aboribust</a:t>
            </a:r>
            <a:r>
              <a:rPr lang="fr-FR" sz="728" spc="6" dirty="0">
                <a:solidFill>
                  <a:srgbClr val="262929"/>
                </a:solidFill>
                <a:latin typeface="Arial"/>
                <a:cs typeface="Arial"/>
              </a:rPr>
              <a:t> </a:t>
            </a:r>
            <a:r>
              <a:rPr lang="fr-FR" sz="728" spc="-12" dirty="0">
                <a:solidFill>
                  <a:srgbClr val="262929"/>
                </a:solidFill>
                <a:latin typeface="Arial"/>
                <a:cs typeface="Arial"/>
              </a:rPr>
              <a:t>voles </a:t>
            </a:r>
            <a:r>
              <a:rPr lang="fr-FR" sz="728" dirty="0" err="1">
                <a:solidFill>
                  <a:srgbClr val="262929"/>
                </a:solidFill>
                <a:latin typeface="Arial"/>
                <a:cs typeface="Arial"/>
              </a:rPr>
              <a:t>ressimi</a:t>
            </a:r>
            <a:r>
              <a:rPr lang="fr-FR" sz="728" spc="6" dirty="0">
                <a:solidFill>
                  <a:srgbClr val="262929"/>
                </a:solidFill>
                <a:latin typeface="Arial"/>
                <a:cs typeface="Arial"/>
              </a:rPr>
              <a:t> </a:t>
            </a:r>
            <a:r>
              <a:rPr lang="fr-FR" sz="728" dirty="0" err="1">
                <a:solidFill>
                  <a:srgbClr val="262929"/>
                </a:solidFill>
                <a:latin typeface="Arial"/>
                <a:cs typeface="Arial"/>
              </a:rPr>
              <a:t>licidis</a:t>
            </a:r>
            <a:r>
              <a:rPr lang="fr-FR" sz="728" spc="6" dirty="0">
                <a:solidFill>
                  <a:srgbClr val="262929"/>
                </a:solidFill>
                <a:latin typeface="Arial"/>
                <a:cs typeface="Arial"/>
              </a:rPr>
              <a:t> </a:t>
            </a:r>
            <a:r>
              <a:rPr lang="fr-FR" sz="728" dirty="0" err="1">
                <a:solidFill>
                  <a:srgbClr val="262929"/>
                </a:solidFill>
                <a:latin typeface="Arial"/>
                <a:cs typeface="Arial"/>
              </a:rPr>
              <a:t>doluptae</a:t>
            </a:r>
            <a:r>
              <a:rPr lang="fr-FR" sz="728" spc="6" dirty="0">
                <a:solidFill>
                  <a:srgbClr val="262929"/>
                </a:solidFill>
                <a:latin typeface="Arial"/>
                <a:cs typeface="Arial"/>
              </a:rPr>
              <a:t> </a:t>
            </a:r>
            <a:r>
              <a:rPr lang="fr-FR" sz="728" spc="-6" dirty="0" err="1">
                <a:solidFill>
                  <a:srgbClr val="262929"/>
                </a:solidFill>
                <a:latin typeface="Arial"/>
                <a:cs typeface="Arial"/>
              </a:rPr>
              <a:t>exeribus</a:t>
            </a:r>
            <a:endParaRPr lang="fr-FR" sz="728" dirty="0">
              <a:latin typeface="Arial"/>
              <a:cs typeface="Arial"/>
            </a:endParaRPr>
          </a:p>
        </p:txBody>
      </p:sp>
      <p:cxnSp>
        <p:nvCxnSpPr>
          <p:cNvPr id="72" name="Conector recto 71">
            <a:extLst>
              <a:ext uri="{FF2B5EF4-FFF2-40B4-BE49-F238E27FC236}">
                <a16:creationId xmlns:a16="http://schemas.microsoft.com/office/drawing/2014/main" id="{6015D1CB-B1BC-A380-699D-4343529FE16A}"/>
              </a:ext>
            </a:extLst>
          </p:cNvPr>
          <p:cNvCxnSpPr>
            <a:cxnSpLocks noGrp="1" noRot="1" noMove="1" noResize="1" noEditPoints="1" noAdjustHandles="1" noChangeArrowheads="1" noChangeShapeType="1"/>
          </p:cNvCxnSpPr>
          <p:nvPr userDrawn="1"/>
        </p:nvCxnSpPr>
        <p:spPr>
          <a:xfrm>
            <a:off x="772268" y="1704216"/>
            <a:ext cx="10645824" cy="0"/>
          </a:xfrm>
          <a:prstGeom prst="line">
            <a:avLst/>
          </a:prstGeom>
          <a:ln w="50800" cmpd="sng">
            <a:solidFill>
              <a:srgbClr val="EF2737"/>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74AE51D3-1AFE-7DAF-127C-797E4D01AB21}"/>
              </a:ext>
            </a:extLst>
          </p:cNvPr>
          <p:cNvCxnSpPr>
            <a:cxnSpLocks noGrp="1" noRot="1" noMove="1" noResize="1" noEditPoints="1" noAdjustHandles="1" noChangeArrowheads="1" noChangeShapeType="1"/>
          </p:cNvCxnSpPr>
          <p:nvPr userDrawn="1"/>
        </p:nvCxnSpPr>
        <p:spPr>
          <a:xfrm>
            <a:off x="772268" y="2447499"/>
            <a:ext cx="10645824" cy="0"/>
          </a:xfrm>
          <a:prstGeom prst="line">
            <a:avLst/>
          </a:prstGeom>
          <a:ln w="9525" cmpd="sng">
            <a:solidFill>
              <a:srgbClr val="262929"/>
            </a:solidFill>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5A8C1C18-7342-8237-EF3B-7CA247E81F9A}"/>
              </a:ext>
            </a:extLst>
          </p:cNvPr>
          <p:cNvCxnSpPr>
            <a:cxnSpLocks noGrp="1" noRot="1" noMove="1" noResize="1" noEditPoints="1" noAdjustHandles="1" noChangeArrowheads="1" noChangeShapeType="1"/>
          </p:cNvCxnSpPr>
          <p:nvPr userDrawn="1"/>
        </p:nvCxnSpPr>
        <p:spPr>
          <a:xfrm>
            <a:off x="772268" y="3190775"/>
            <a:ext cx="10645824" cy="0"/>
          </a:xfrm>
          <a:prstGeom prst="line">
            <a:avLst/>
          </a:prstGeom>
          <a:ln w="9525" cmpd="sng">
            <a:solidFill>
              <a:srgbClr val="262929"/>
            </a:solidFill>
          </a:ln>
        </p:spPr>
        <p:style>
          <a:lnRef idx="1">
            <a:schemeClr val="accent1"/>
          </a:lnRef>
          <a:fillRef idx="0">
            <a:schemeClr val="accent1"/>
          </a:fillRef>
          <a:effectRef idx="0">
            <a:schemeClr val="accent1"/>
          </a:effectRef>
          <a:fontRef idx="minor">
            <a:schemeClr val="tx1"/>
          </a:fontRef>
        </p:style>
      </p:cxnSp>
      <p:cxnSp>
        <p:nvCxnSpPr>
          <p:cNvPr id="76" name="Conector recto 75">
            <a:extLst>
              <a:ext uri="{FF2B5EF4-FFF2-40B4-BE49-F238E27FC236}">
                <a16:creationId xmlns:a16="http://schemas.microsoft.com/office/drawing/2014/main" id="{9EF01A70-EF04-E855-38CA-DBCE12250641}"/>
              </a:ext>
            </a:extLst>
          </p:cNvPr>
          <p:cNvCxnSpPr>
            <a:cxnSpLocks noGrp="1" noRot="1" noMove="1" noResize="1" noEditPoints="1" noAdjustHandles="1" noChangeArrowheads="1" noChangeShapeType="1"/>
          </p:cNvCxnSpPr>
          <p:nvPr userDrawn="1"/>
        </p:nvCxnSpPr>
        <p:spPr>
          <a:xfrm>
            <a:off x="772268" y="3934057"/>
            <a:ext cx="10645824" cy="0"/>
          </a:xfrm>
          <a:prstGeom prst="line">
            <a:avLst/>
          </a:prstGeom>
          <a:ln w="9525" cmpd="sng">
            <a:solidFill>
              <a:srgbClr val="262929"/>
            </a:solidFill>
          </a:ln>
        </p:spPr>
        <p:style>
          <a:lnRef idx="1">
            <a:schemeClr val="accent1"/>
          </a:lnRef>
          <a:fillRef idx="0">
            <a:schemeClr val="accent1"/>
          </a:fillRef>
          <a:effectRef idx="0">
            <a:schemeClr val="accent1"/>
          </a:effectRef>
          <a:fontRef idx="minor">
            <a:schemeClr val="tx1"/>
          </a:fontRef>
        </p:style>
      </p:cxnSp>
      <p:cxnSp>
        <p:nvCxnSpPr>
          <p:cNvPr id="77" name="Conector recto 76">
            <a:extLst>
              <a:ext uri="{FF2B5EF4-FFF2-40B4-BE49-F238E27FC236}">
                <a16:creationId xmlns:a16="http://schemas.microsoft.com/office/drawing/2014/main" id="{A59B8F9E-10D6-CF56-452F-53C7A1FC4DA4}"/>
              </a:ext>
            </a:extLst>
          </p:cNvPr>
          <p:cNvCxnSpPr>
            <a:cxnSpLocks noGrp="1" noRot="1" noMove="1" noResize="1" noEditPoints="1" noAdjustHandles="1" noChangeArrowheads="1" noChangeShapeType="1"/>
          </p:cNvCxnSpPr>
          <p:nvPr userDrawn="1"/>
        </p:nvCxnSpPr>
        <p:spPr>
          <a:xfrm>
            <a:off x="772268" y="4677333"/>
            <a:ext cx="10645824" cy="0"/>
          </a:xfrm>
          <a:prstGeom prst="line">
            <a:avLst/>
          </a:prstGeom>
          <a:ln w="9525" cmpd="sng">
            <a:solidFill>
              <a:srgbClr val="262929"/>
            </a:solidFill>
          </a:ln>
        </p:spPr>
        <p:style>
          <a:lnRef idx="1">
            <a:schemeClr val="accent1"/>
          </a:lnRef>
          <a:fillRef idx="0">
            <a:schemeClr val="accent1"/>
          </a:fillRef>
          <a:effectRef idx="0">
            <a:schemeClr val="accent1"/>
          </a:effectRef>
          <a:fontRef idx="minor">
            <a:schemeClr val="tx1"/>
          </a:fontRef>
        </p:style>
      </p:cxnSp>
      <p:cxnSp>
        <p:nvCxnSpPr>
          <p:cNvPr id="78" name="Conector recto 77">
            <a:extLst>
              <a:ext uri="{FF2B5EF4-FFF2-40B4-BE49-F238E27FC236}">
                <a16:creationId xmlns:a16="http://schemas.microsoft.com/office/drawing/2014/main" id="{C0258E10-C4D7-7091-6555-784E3247A7C9}"/>
              </a:ext>
            </a:extLst>
          </p:cNvPr>
          <p:cNvCxnSpPr>
            <a:cxnSpLocks noGrp="1" noRot="1" noMove="1" noResize="1" noEditPoints="1" noAdjustHandles="1" noChangeArrowheads="1" noChangeShapeType="1"/>
          </p:cNvCxnSpPr>
          <p:nvPr userDrawn="1"/>
        </p:nvCxnSpPr>
        <p:spPr>
          <a:xfrm>
            <a:off x="772268" y="5420616"/>
            <a:ext cx="10645824" cy="0"/>
          </a:xfrm>
          <a:prstGeom prst="line">
            <a:avLst/>
          </a:prstGeom>
          <a:ln w="9525" cmpd="sng">
            <a:solidFill>
              <a:srgbClr val="262929"/>
            </a:soli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B8FAF4E0-B62D-83DF-D724-27D1D206DA5F}"/>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377818985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de presentación">
    <p:bg>
      <p:bgPr>
        <a:solidFill>
          <a:srgbClr val="EF2737"/>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A445F786-9C2A-E38F-AB9E-3357E38AB90C}"/>
              </a:ext>
            </a:extLst>
          </p:cNvPr>
          <p:cNvSpPr>
            <a:spLocks noGrp="1" noRot="1" noMove="1" noResize="1" noEditPoints="1" noAdjustHandles="1" noChangeArrowheads="1" noChangeShapeType="1"/>
          </p:cNvSpPr>
          <p:nvPr>
            <p:ph type="title" hasCustomPrompt="1"/>
          </p:nvPr>
        </p:nvSpPr>
        <p:spPr>
          <a:xfrm>
            <a:off x="281986" y="1502600"/>
            <a:ext cx="9796730" cy="3636087"/>
          </a:xfrm>
          <a:prstGeom prst="rect">
            <a:avLst/>
          </a:prstGeom>
        </p:spPr>
        <p:txBody>
          <a:bodyPr anchor="ctr"/>
          <a:lstStyle>
            <a:lvl1pPr>
              <a:defRPr sz="7004" b="1" spc="-91" baseline="0">
                <a:solidFill>
                  <a:schemeClr val="bg1"/>
                </a:solidFill>
              </a:defRPr>
            </a:lvl1pPr>
          </a:lstStyle>
          <a:p>
            <a:r>
              <a:rPr lang="es-ES" dirty="0"/>
              <a:t>¡Gracias!</a:t>
            </a:r>
          </a:p>
        </p:txBody>
      </p:sp>
      <p:pic>
        <p:nvPicPr>
          <p:cNvPr id="7" name="Imagen 6">
            <a:extLst>
              <a:ext uri="{FF2B5EF4-FFF2-40B4-BE49-F238E27FC236}">
                <a16:creationId xmlns:a16="http://schemas.microsoft.com/office/drawing/2014/main" id="{5F8E2197-CDB6-B44E-7016-7523A1C88134}"/>
              </a:ext>
            </a:extLst>
          </p:cNvPr>
          <p:cNvPicPr>
            <a:picLocks noChangeAspect="1"/>
          </p:cNvPicPr>
          <p:nvPr userDrawn="1"/>
        </p:nvPicPr>
        <p:blipFill>
          <a:blip r:embed="rId2"/>
          <a:stretch>
            <a:fillRect/>
          </a:stretch>
        </p:blipFill>
        <p:spPr>
          <a:xfrm>
            <a:off x="272899" y="283796"/>
            <a:ext cx="2949733" cy="794592"/>
          </a:xfrm>
          <a:prstGeom prst="rect">
            <a:avLst/>
          </a:prstGeom>
        </p:spPr>
      </p:pic>
      <p:pic>
        <p:nvPicPr>
          <p:cNvPr id="9" name="Imagen 8">
            <a:extLst>
              <a:ext uri="{FF2B5EF4-FFF2-40B4-BE49-F238E27FC236}">
                <a16:creationId xmlns:a16="http://schemas.microsoft.com/office/drawing/2014/main" id="{71AEF694-78F5-A73B-1686-9D9A7399AEF0}"/>
              </a:ext>
            </a:extLst>
          </p:cNvPr>
          <p:cNvPicPr>
            <a:picLocks noChangeAspect="1"/>
          </p:cNvPicPr>
          <p:nvPr userDrawn="1"/>
        </p:nvPicPr>
        <p:blipFill>
          <a:blip r:embed="rId3"/>
          <a:stretch>
            <a:fillRect/>
          </a:stretch>
        </p:blipFill>
        <p:spPr>
          <a:xfrm>
            <a:off x="10261023" y="283795"/>
            <a:ext cx="1671298" cy="357287"/>
          </a:xfrm>
          <a:prstGeom prst="rect">
            <a:avLst/>
          </a:prstGeom>
        </p:spPr>
      </p:pic>
      <p:pic>
        <p:nvPicPr>
          <p:cNvPr id="10" name="Imagen 9">
            <a:extLst>
              <a:ext uri="{FF2B5EF4-FFF2-40B4-BE49-F238E27FC236}">
                <a16:creationId xmlns:a16="http://schemas.microsoft.com/office/drawing/2014/main" id="{99C6E09D-2B7B-1DF1-030D-BC148BAC18BA}"/>
              </a:ext>
            </a:extLst>
          </p:cNvPr>
          <p:cNvPicPr>
            <a:picLocks noChangeAspect="1"/>
          </p:cNvPicPr>
          <p:nvPr userDrawn="1"/>
        </p:nvPicPr>
        <p:blipFill>
          <a:blip r:embed="rId4"/>
          <a:stretch>
            <a:fillRect/>
          </a:stretch>
        </p:blipFill>
        <p:spPr>
          <a:xfrm>
            <a:off x="10994365" y="5375757"/>
            <a:ext cx="1197635" cy="1197551"/>
          </a:xfrm>
          <a:prstGeom prst="rect">
            <a:avLst/>
          </a:prstGeom>
        </p:spPr>
      </p:pic>
      <p:pic>
        <p:nvPicPr>
          <p:cNvPr id="11" name="Imagen 10">
            <a:extLst>
              <a:ext uri="{FF2B5EF4-FFF2-40B4-BE49-F238E27FC236}">
                <a16:creationId xmlns:a16="http://schemas.microsoft.com/office/drawing/2014/main" id="{D588271C-BFB4-6616-9FB7-561075D28398}"/>
              </a:ext>
            </a:extLst>
          </p:cNvPr>
          <p:cNvPicPr>
            <a:picLocks noChangeAspect="1"/>
          </p:cNvPicPr>
          <p:nvPr userDrawn="1"/>
        </p:nvPicPr>
        <p:blipFill>
          <a:blip r:embed="rId5"/>
          <a:stretch>
            <a:fillRect/>
          </a:stretch>
        </p:blipFill>
        <p:spPr>
          <a:xfrm>
            <a:off x="272900" y="6380775"/>
            <a:ext cx="1871545" cy="192532"/>
          </a:xfrm>
          <a:prstGeom prst="rect">
            <a:avLst/>
          </a:prstGeom>
        </p:spPr>
      </p:pic>
    </p:spTree>
    <p:extLst>
      <p:ext uri="{BB962C8B-B14F-4D97-AF65-F5344CB8AC3E}">
        <p14:creationId xmlns:p14="http://schemas.microsoft.com/office/powerpoint/2010/main" val="4138736933"/>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357071"/>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942125"/>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244055"/>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158499"/>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ca con titular_PRESENTACIONES_UCJC">
    <p:spTree>
      <p:nvGrpSpPr>
        <p:cNvPr id="1" name=""/>
        <p:cNvGrpSpPr/>
        <p:nvPr/>
      </p:nvGrpSpPr>
      <p:grpSpPr>
        <a:xfrm>
          <a:off x="0" y="0"/>
          <a:ext cx="0" cy="0"/>
          <a:chOff x="0" y="0"/>
          <a:chExt cx="0" cy="0"/>
        </a:xfrm>
      </p:grpSpPr>
      <p:pic>
        <p:nvPicPr>
          <p:cNvPr id="35" name="Imagen 34">
            <a:extLst>
              <a:ext uri="{FF2B5EF4-FFF2-40B4-BE49-F238E27FC236}">
                <a16:creationId xmlns:a16="http://schemas.microsoft.com/office/drawing/2014/main" id="{4A31AB40-8CED-A089-AEF2-5E36FC16AA7D}"/>
              </a:ext>
            </a:extLst>
          </p:cNvPr>
          <p:cNvPicPr>
            <a:picLocks noChangeAspect="1"/>
          </p:cNvPicPr>
          <p:nvPr userDrawn="1"/>
        </p:nvPicPr>
        <p:blipFill>
          <a:blip r:embed="rId2"/>
          <a:stretch>
            <a:fillRect/>
          </a:stretch>
        </p:blipFill>
        <p:spPr>
          <a:xfrm>
            <a:off x="272900" y="284693"/>
            <a:ext cx="1932147" cy="519426"/>
          </a:xfrm>
          <a:prstGeom prst="rect">
            <a:avLst/>
          </a:prstGeom>
        </p:spPr>
      </p:pic>
    </p:spTree>
    <p:extLst>
      <p:ext uri="{BB962C8B-B14F-4D97-AF65-F5344CB8AC3E}">
        <p14:creationId xmlns:p14="http://schemas.microsoft.com/office/powerpoint/2010/main" val="16846865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62461328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308441142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158617253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357325006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71423398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1545370457"/>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325245015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625986718"/>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0_blanca con titular_PRESENTACIONES_UCJC">
    <p:spTree>
      <p:nvGrpSpPr>
        <p:cNvPr id="1" name=""/>
        <p:cNvGrpSpPr/>
        <p:nvPr/>
      </p:nvGrpSpPr>
      <p:grpSpPr>
        <a:xfrm>
          <a:off x="0" y="0"/>
          <a:ext cx="0" cy="0"/>
          <a:chOff x="0" y="0"/>
          <a:chExt cx="0" cy="0"/>
        </a:xfrm>
      </p:grpSpPr>
      <p:sp>
        <p:nvSpPr>
          <p:cNvPr id="4" name="titulo slide magenta">
            <a:extLst>
              <a:ext uri="{FF2B5EF4-FFF2-40B4-BE49-F238E27FC236}">
                <a16:creationId xmlns:a16="http://schemas.microsoft.com/office/drawing/2014/main" id="{234CF874-6F91-88CD-F912-4CF918C525CA}"/>
              </a:ext>
            </a:extLst>
          </p:cNvPr>
          <p:cNvSpPr>
            <a:spLocks noGrp="1"/>
          </p:cNvSpPr>
          <p:nvPr>
            <p:ph type="body" sz="quarter" idx="10" hasCustomPrompt="1"/>
          </p:nvPr>
        </p:nvSpPr>
        <p:spPr>
          <a:xfrm>
            <a:off x="666395" y="247795"/>
            <a:ext cx="4323048" cy="1247373"/>
          </a:xfrm>
          <a:prstGeom prst="rect">
            <a:avLst/>
          </a:prstGeom>
          <a:noFill/>
        </p:spPr>
        <p:txBody>
          <a:bodyPr anchor="t">
            <a:noAutofit/>
          </a:bodyPr>
          <a:lstStyle>
            <a:lvl1pPr marL="0" indent="0">
              <a:buNone/>
              <a:defRPr sz="2400" b="0">
                <a:solidFill>
                  <a:schemeClr val="accent2"/>
                </a:solidFill>
              </a:defRPr>
            </a:lvl1pPr>
            <a:lvl2pPr marL="457179" indent="0">
              <a:buNone/>
              <a:defRPr sz="2800" b="1">
                <a:solidFill>
                  <a:schemeClr val="accent2"/>
                </a:solidFill>
              </a:defRPr>
            </a:lvl2pPr>
            <a:lvl3pPr marL="914358" indent="0">
              <a:buNone/>
              <a:defRPr sz="2800" b="1">
                <a:solidFill>
                  <a:schemeClr val="accent2"/>
                </a:solidFill>
              </a:defRPr>
            </a:lvl3pPr>
            <a:lvl4pPr marL="1371536" indent="0">
              <a:buNone/>
              <a:defRPr sz="2800" b="1">
                <a:solidFill>
                  <a:schemeClr val="accent2"/>
                </a:solidFill>
              </a:defRPr>
            </a:lvl4pPr>
            <a:lvl5pPr marL="1828715" indent="0">
              <a:buNone/>
              <a:defRPr sz="2800" b="1">
                <a:solidFill>
                  <a:schemeClr val="accent2"/>
                </a:solidFill>
              </a:defRPr>
            </a:lvl5pPr>
          </a:lstStyle>
          <a:p>
            <a:pPr lvl="0"/>
            <a:r>
              <a:rPr lang="es-ES" dirty="0"/>
              <a:t>Título diapositiva</a:t>
            </a:r>
          </a:p>
        </p:txBody>
      </p:sp>
      <p:sp>
        <p:nvSpPr>
          <p:cNvPr id="5" name="Forma libre: forma 4">
            <a:extLst>
              <a:ext uri="{FF2B5EF4-FFF2-40B4-BE49-F238E27FC236}">
                <a16:creationId xmlns:a16="http://schemas.microsoft.com/office/drawing/2014/main" id="{A1C19A13-24D7-B9EF-F907-D3A854C71104}"/>
              </a:ext>
            </a:extLst>
          </p:cNvPr>
          <p:cNvSpPr/>
          <p:nvPr userDrawn="1"/>
        </p:nvSpPr>
        <p:spPr>
          <a:xfrm>
            <a:off x="337038" y="460964"/>
            <a:ext cx="11520000" cy="6048000"/>
          </a:xfrm>
          <a:custGeom>
            <a:avLst/>
            <a:gdLst>
              <a:gd name="connsiteX0" fmla="*/ 4988691 w 11520000"/>
              <a:gd name="connsiteY0" fmla="*/ 0 h 6048000"/>
              <a:gd name="connsiteX1" fmla="*/ 11520000 w 11520000"/>
              <a:gd name="connsiteY1" fmla="*/ 0 h 6048000"/>
              <a:gd name="connsiteX2" fmla="*/ 11520000 w 11520000"/>
              <a:gd name="connsiteY2" fmla="*/ 5454927 h 6048000"/>
              <a:gd name="connsiteX3" fmla="*/ 11484000 w 11520000"/>
              <a:gd name="connsiteY3" fmla="*/ 5454927 h 6048000"/>
              <a:gd name="connsiteX4" fmla="*/ 11484000 w 11520000"/>
              <a:gd name="connsiteY4" fmla="*/ 36000 h 6048000"/>
              <a:gd name="connsiteX5" fmla="*/ 4988691 w 11520000"/>
              <a:gd name="connsiteY5" fmla="*/ 36000 h 6048000"/>
              <a:gd name="connsiteX6" fmla="*/ 0 w 11520000"/>
              <a:gd name="connsiteY6" fmla="*/ 0 h 6048000"/>
              <a:gd name="connsiteX7" fmla="*/ 321775 w 11520000"/>
              <a:gd name="connsiteY7" fmla="*/ 0 h 6048000"/>
              <a:gd name="connsiteX8" fmla="*/ 321775 w 11520000"/>
              <a:gd name="connsiteY8" fmla="*/ 36000 h 6048000"/>
              <a:gd name="connsiteX9" fmla="*/ 36000 w 11520000"/>
              <a:gd name="connsiteY9" fmla="*/ 36000 h 6048000"/>
              <a:gd name="connsiteX10" fmla="*/ 36000 w 11520000"/>
              <a:gd name="connsiteY10" fmla="*/ 6012000 h 6048000"/>
              <a:gd name="connsiteX11" fmla="*/ 9859907 w 11520000"/>
              <a:gd name="connsiteY11" fmla="*/ 6012000 h 6048000"/>
              <a:gd name="connsiteX12" fmla="*/ 9859907 w 11520000"/>
              <a:gd name="connsiteY12" fmla="*/ 6048000 h 6048000"/>
              <a:gd name="connsiteX13" fmla="*/ 0 w 11520000"/>
              <a:gd name="connsiteY13" fmla="*/ 6048000 h 60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20000" h="6048000">
                <a:moveTo>
                  <a:pt x="4988691" y="0"/>
                </a:moveTo>
                <a:lnTo>
                  <a:pt x="11520000" y="0"/>
                </a:lnTo>
                <a:lnTo>
                  <a:pt x="11520000" y="5454927"/>
                </a:lnTo>
                <a:lnTo>
                  <a:pt x="11484000" y="5454927"/>
                </a:lnTo>
                <a:lnTo>
                  <a:pt x="11484000" y="36000"/>
                </a:lnTo>
                <a:lnTo>
                  <a:pt x="4988691" y="36000"/>
                </a:lnTo>
                <a:close/>
                <a:moveTo>
                  <a:pt x="0" y="0"/>
                </a:moveTo>
                <a:lnTo>
                  <a:pt x="321775" y="0"/>
                </a:lnTo>
                <a:lnTo>
                  <a:pt x="321775" y="36000"/>
                </a:lnTo>
                <a:lnTo>
                  <a:pt x="36000" y="36000"/>
                </a:lnTo>
                <a:lnTo>
                  <a:pt x="36000" y="6012000"/>
                </a:lnTo>
                <a:lnTo>
                  <a:pt x="9859907" y="6012000"/>
                </a:lnTo>
                <a:lnTo>
                  <a:pt x="9859907" y="6048000"/>
                </a:lnTo>
                <a:lnTo>
                  <a:pt x="0" y="604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092"/>
          </a:p>
        </p:txBody>
      </p:sp>
      <p:grpSp>
        <p:nvGrpSpPr>
          <p:cNvPr id="2" name="Grupo 1">
            <a:extLst>
              <a:ext uri="{FF2B5EF4-FFF2-40B4-BE49-F238E27FC236}">
                <a16:creationId xmlns:a16="http://schemas.microsoft.com/office/drawing/2014/main" id="{5F4EB5F3-F571-4AE6-EE28-AF4D931D89AA}"/>
              </a:ext>
            </a:extLst>
          </p:cNvPr>
          <p:cNvGrpSpPr/>
          <p:nvPr userDrawn="1"/>
        </p:nvGrpSpPr>
        <p:grpSpPr>
          <a:xfrm>
            <a:off x="10383235" y="6180212"/>
            <a:ext cx="1534127" cy="345472"/>
            <a:chOff x="3307532" y="2807934"/>
            <a:chExt cx="5566344" cy="1253492"/>
          </a:xfrm>
        </p:grpSpPr>
        <p:sp>
          <p:nvSpPr>
            <p:cNvPr id="3" name="Forma libre: forma 2">
              <a:extLst>
                <a:ext uri="{FF2B5EF4-FFF2-40B4-BE49-F238E27FC236}">
                  <a16:creationId xmlns:a16="http://schemas.microsoft.com/office/drawing/2014/main" id="{EBB4E049-F8B0-6909-A4E5-D2D13FFEFB50}"/>
                </a:ext>
              </a:extLst>
            </p:cNvPr>
            <p:cNvSpPr/>
            <p:nvPr/>
          </p:nvSpPr>
          <p:spPr>
            <a:xfrm>
              <a:off x="3307532" y="3357345"/>
              <a:ext cx="1122898" cy="404914"/>
            </a:xfrm>
            <a:custGeom>
              <a:avLst/>
              <a:gdLst>
                <a:gd name="connsiteX0" fmla="*/ 791282 w 1122898"/>
                <a:gd name="connsiteY0" fmla="*/ 404914 h 404914"/>
                <a:gd name="connsiteX1" fmla="*/ 481543 w 1122898"/>
                <a:gd name="connsiteY1" fmla="*/ 316380 h 404914"/>
                <a:gd name="connsiteX2" fmla="*/ 311345 w 1122898"/>
                <a:gd name="connsiteY2" fmla="*/ 256916 h 404914"/>
                <a:gd name="connsiteX3" fmla="*/ 80097 w 1122898"/>
                <a:gd name="connsiteY3" fmla="*/ 342015 h 404914"/>
                <a:gd name="connsiteX4" fmla="*/ 20633 w 1122898"/>
                <a:gd name="connsiteY4" fmla="*/ 379543 h 404914"/>
                <a:gd name="connsiteX5" fmla="*/ 11384 w 1122898"/>
                <a:gd name="connsiteY5" fmla="*/ 310830 h 404914"/>
                <a:gd name="connsiteX6" fmla="*/ 49176 w 1122898"/>
                <a:gd name="connsiteY6" fmla="*/ 210931 h 404914"/>
                <a:gd name="connsiteX7" fmla="*/ 495814 w 1122898"/>
                <a:gd name="connsiteY7" fmla="*/ 24876 h 404914"/>
                <a:gd name="connsiteX8" fmla="*/ 800796 w 1122898"/>
                <a:gd name="connsiteY8" fmla="*/ 140632 h 404914"/>
                <a:gd name="connsiteX9" fmla="*/ 1048958 w 1122898"/>
                <a:gd name="connsiteY9" fmla="*/ 56062 h 404914"/>
                <a:gd name="connsiteX10" fmla="*/ 1097586 w 1122898"/>
                <a:gd name="connsiteY10" fmla="*/ 20648 h 404914"/>
                <a:gd name="connsiteX11" fmla="*/ 1118200 w 1122898"/>
                <a:gd name="connsiteY11" fmla="*/ 82226 h 404914"/>
                <a:gd name="connsiteX12" fmla="*/ 1021737 w 1122898"/>
                <a:gd name="connsiteY12" fmla="*/ 290216 h 404914"/>
                <a:gd name="connsiteX13" fmla="*/ 790754 w 1122898"/>
                <a:gd name="connsiteY13" fmla="*/ 404914 h 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98" h="404914">
                  <a:moveTo>
                    <a:pt x="791282" y="404914"/>
                  </a:moveTo>
                  <a:cubicBezTo>
                    <a:pt x="687683" y="398836"/>
                    <a:pt x="586199" y="351265"/>
                    <a:pt x="481543" y="316380"/>
                  </a:cubicBezTo>
                  <a:cubicBezTo>
                    <a:pt x="424458" y="297351"/>
                    <a:pt x="368694" y="275152"/>
                    <a:pt x="311345" y="256916"/>
                  </a:cubicBezTo>
                  <a:cubicBezTo>
                    <a:pt x="208010" y="224145"/>
                    <a:pt x="137711" y="250573"/>
                    <a:pt x="80097" y="342015"/>
                  </a:cubicBezTo>
                  <a:cubicBezTo>
                    <a:pt x="65826" y="364479"/>
                    <a:pt x="53140" y="393550"/>
                    <a:pt x="20633" y="379543"/>
                  </a:cubicBezTo>
                  <a:cubicBezTo>
                    <a:pt x="-13988" y="364479"/>
                    <a:pt x="3719" y="334615"/>
                    <a:pt x="11384" y="310830"/>
                  </a:cubicBezTo>
                  <a:cubicBezTo>
                    <a:pt x="22483" y="277002"/>
                    <a:pt x="33848" y="242909"/>
                    <a:pt x="49176" y="210931"/>
                  </a:cubicBezTo>
                  <a:cubicBezTo>
                    <a:pt x="141411" y="20119"/>
                    <a:pt x="286766" y="-39344"/>
                    <a:pt x="495814" y="24876"/>
                  </a:cubicBezTo>
                  <a:cubicBezTo>
                    <a:pt x="599941" y="56855"/>
                    <a:pt x="699840" y="99933"/>
                    <a:pt x="800796" y="140632"/>
                  </a:cubicBezTo>
                  <a:cubicBezTo>
                    <a:pt x="934524" y="194281"/>
                    <a:pt x="977602" y="178953"/>
                    <a:pt x="1048958" y="56062"/>
                  </a:cubicBezTo>
                  <a:cubicBezTo>
                    <a:pt x="1059794" y="37298"/>
                    <a:pt x="1067722" y="10341"/>
                    <a:pt x="1097586" y="20648"/>
                  </a:cubicBezTo>
                  <a:cubicBezTo>
                    <a:pt x="1128243" y="31219"/>
                    <a:pt x="1125336" y="57647"/>
                    <a:pt x="1118200" y="82226"/>
                  </a:cubicBezTo>
                  <a:cubicBezTo>
                    <a:pt x="1096265" y="156225"/>
                    <a:pt x="1069308" y="228109"/>
                    <a:pt x="1021737" y="290216"/>
                  </a:cubicBezTo>
                  <a:cubicBezTo>
                    <a:pt x="965973" y="363158"/>
                    <a:pt x="893031" y="403328"/>
                    <a:pt x="790754" y="404914"/>
                  </a:cubicBezTo>
                </a:path>
              </a:pathLst>
            </a:custGeom>
            <a:solidFill>
              <a:schemeClr val="accent2"/>
            </a:solidFill>
            <a:ln w="26408" cap="flat">
              <a:noFill/>
              <a:prstDash val="solid"/>
              <a:miter/>
            </a:ln>
          </p:spPr>
          <p:txBody>
            <a:bodyPr rtlCol="0" anchor="ctr"/>
            <a:lstStyle/>
            <a:p>
              <a:endParaRPr lang="es-ES" sz="1092" dirty="0"/>
            </a:p>
          </p:txBody>
        </p:sp>
        <p:sp>
          <p:nvSpPr>
            <p:cNvPr id="6" name="Forma libre: forma 5">
              <a:extLst>
                <a:ext uri="{FF2B5EF4-FFF2-40B4-BE49-F238E27FC236}">
                  <a16:creationId xmlns:a16="http://schemas.microsoft.com/office/drawing/2014/main" id="{14623154-B644-041A-2AFE-60AEFAE3F0B2}"/>
                </a:ext>
              </a:extLst>
            </p:cNvPr>
            <p:cNvSpPr/>
            <p:nvPr/>
          </p:nvSpPr>
          <p:spPr>
            <a:xfrm>
              <a:off x="3634204" y="2807934"/>
              <a:ext cx="473066" cy="470957"/>
            </a:xfrm>
            <a:custGeom>
              <a:avLst/>
              <a:gdLst>
                <a:gd name="connsiteX0" fmla="*/ 1 w 473066"/>
                <a:gd name="connsiteY0" fmla="*/ 233627 h 470957"/>
                <a:gd name="connsiteX1" fmla="*/ 237326 w 473066"/>
                <a:gd name="connsiteY1" fmla="*/ 2 h 470957"/>
                <a:gd name="connsiteX2" fmla="*/ 473067 w 473066"/>
                <a:gd name="connsiteY2" fmla="*/ 236006 h 470957"/>
                <a:gd name="connsiteX3" fmla="*/ 234419 w 473066"/>
                <a:gd name="connsiteY3" fmla="*/ 470953 h 470957"/>
                <a:gd name="connsiteX4" fmla="*/ 1 w 473066"/>
                <a:gd name="connsiteY4" fmla="*/ 233363 h 47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066" h="470957">
                  <a:moveTo>
                    <a:pt x="1" y="233627"/>
                  </a:moveTo>
                  <a:cubicBezTo>
                    <a:pt x="-264" y="101751"/>
                    <a:pt x="103864" y="-527"/>
                    <a:pt x="237326" y="2"/>
                  </a:cubicBezTo>
                  <a:cubicBezTo>
                    <a:pt x="369732" y="531"/>
                    <a:pt x="473067" y="103865"/>
                    <a:pt x="473067" y="236006"/>
                  </a:cubicBezTo>
                  <a:cubicBezTo>
                    <a:pt x="473067" y="365504"/>
                    <a:pt x="365504" y="471746"/>
                    <a:pt x="234419" y="470953"/>
                  </a:cubicBezTo>
                  <a:cubicBezTo>
                    <a:pt x="102014" y="470424"/>
                    <a:pt x="265" y="367090"/>
                    <a:pt x="1" y="233363"/>
                  </a:cubicBezTo>
                </a:path>
              </a:pathLst>
            </a:custGeom>
            <a:solidFill>
              <a:schemeClr val="accent2"/>
            </a:solidFill>
            <a:ln w="26408" cap="flat">
              <a:noFill/>
              <a:prstDash val="solid"/>
              <a:miter/>
            </a:ln>
          </p:spPr>
          <p:txBody>
            <a:bodyPr rtlCol="0" anchor="ctr"/>
            <a:lstStyle/>
            <a:p>
              <a:endParaRPr lang="es-ES" sz="1092"/>
            </a:p>
          </p:txBody>
        </p:sp>
        <p:sp>
          <p:nvSpPr>
            <p:cNvPr id="7" name="Forma libre: forma 6">
              <a:extLst>
                <a:ext uri="{FF2B5EF4-FFF2-40B4-BE49-F238E27FC236}">
                  <a16:creationId xmlns:a16="http://schemas.microsoft.com/office/drawing/2014/main" id="{ABB44C5F-7B31-9910-0C64-092D5D1CA65F}"/>
                </a:ext>
              </a:extLst>
            </p:cNvPr>
            <p:cNvSpPr/>
            <p:nvPr/>
          </p:nvSpPr>
          <p:spPr>
            <a:xfrm>
              <a:off x="4747628" y="3866386"/>
              <a:ext cx="152755" cy="193454"/>
            </a:xfrm>
            <a:custGeom>
              <a:avLst/>
              <a:gdLst>
                <a:gd name="connsiteX0" fmla="*/ 7136 w 152755"/>
                <a:gd name="connsiteY0" fmla="*/ 142977 h 193454"/>
                <a:gd name="connsiteX1" fmla="*/ 70828 w 152755"/>
                <a:gd name="connsiteY1" fmla="*/ 157248 h 193454"/>
                <a:gd name="connsiteX2" fmla="*/ 105713 w 152755"/>
                <a:gd name="connsiteY2" fmla="*/ 137691 h 193454"/>
                <a:gd name="connsiteX3" fmla="*/ 70828 w 152755"/>
                <a:gd name="connsiteY3" fmla="*/ 116020 h 193454"/>
                <a:gd name="connsiteX4" fmla="*/ 2643 w 152755"/>
                <a:gd name="connsiteY4" fmla="*/ 59199 h 193454"/>
                <a:gd name="connsiteX5" fmla="*/ 83249 w 152755"/>
                <a:gd name="connsiteY5" fmla="*/ 0 h 193454"/>
                <a:gd name="connsiteX6" fmla="*/ 145620 w 152755"/>
                <a:gd name="connsiteY6" fmla="*/ 12421 h 193454"/>
                <a:gd name="connsiteX7" fmla="*/ 138220 w 152755"/>
                <a:gd name="connsiteY7" fmla="*/ 47307 h 193454"/>
                <a:gd name="connsiteX8" fmla="*/ 82721 w 152755"/>
                <a:gd name="connsiteY8" fmla="*/ 36207 h 193454"/>
                <a:gd name="connsiteX9" fmla="*/ 49685 w 152755"/>
                <a:gd name="connsiteY9" fmla="*/ 55235 h 193454"/>
                <a:gd name="connsiteX10" fmla="*/ 79285 w 152755"/>
                <a:gd name="connsiteY10" fmla="*/ 75056 h 193454"/>
                <a:gd name="connsiteX11" fmla="*/ 152755 w 152755"/>
                <a:gd name="connsiteY11" fmla="*/ 132405 h 193454"/>
                <a:gd name="connsiteX12" fmla="*/ 71092 w 152755"/>
                <a:gd name="connsiteY12" fmla="*/ 193455 h 193454"/>
                <a:gd name="connsiteX13" fmla="*/ 0 w 152755"/>
                <a:gd name="connsiteY13" fmla="*/ 178126 h 193454"/>
                <a:gd name="connsiteX14" fmla="*/ 6871 w 152755"/>
                <a:gd name="connsiteY14" fmla="*/ 143241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755" h="193454">
                  <a:moveTo>
                    <a:pt x="7136" y="142977"/>
                  </a:moveTo>
                  <a:cubicBezTo>
                    <a:pt x="26428" y="150905"/>
                    <a:pt x="46778" y="157248"/>
                    <a:pt x="70828" y="157248"/>
                  </a:cubicBezTo>
                  <a:cubicBezTo>
                    <a:pt x="99106" y="157248"/>
                    <a:pt x="105713" y="148262"/>
                    <a:pt x="105713" y="137691"/>
                  </a:cubicBezTo>
                  <a:cubicBezTo>
                    <a:pt x="105713" y="126327"/>
                    <a:pt x="99899" y="120248"/>
                    <a:pt x="70828" y="116020"/>
                  </a:cubicBezTo>
                  <a:cubicBezTo>
                    <a:pt x="41757" y="110999"/>
                    <a:pt x="2643" y="106506"/>
                    <a:pt x="2643" y="59199"/>
                  </a:cubicBezTo>
                  <a:cubicBezTo>
                    <a:pt x="2643" y="20085"/>
                    <a:pt x="33300" y="0"/>
                    <a:pt x="83249" y="0"/>
                  </a:cubicBezTo>
                  <a:cubicBezTo>
                    <a:pt x="107827" y="0"/>
                    <a:pt x="128970" y="4757"/>
                    <a:pt x="145620" y="12421"/>
                  </a:cubicBezTo>
                  <a:lnTo>
                    <a:pt x="138220" y="47307"/>
                  </a:lnTo>
                  <a:cubicBezTo>
                    <a:pt x="122099" y="40435"/>
                    <a:pt x="105185" y="36207"/>
                    <a:pt x="82721" y="36207"/>
                  </a:cubicBezTo>
                  <a:cubicBezTo>
                    <a:pt x="57085" y="36207"/>
                    <a:pt x="49685" y="44399"/>
                    <a:pt x="49685" y="55235"/>
                  </a:cubicBezTo>
                  <a:cubicBezTo>
                    <a:pt x="49685" y="64221"/>
                    <a:pt x="52328" y="71620"/>
                    <a:pt x="79285" y="75056"/>
                  </a:cubicBezTo>
                  <a:cubicBezTo>
                    <a:pt x="105977" y="79285"/>
                    <a:pt x="152755" y="82192"/>
                    <a:pt x="152755" y="132405"/>
                  </a:cubicBezTo>
                  <a:cubicBezTo>
                    <a:pt x="152755" y="170726"/>
                    <a:pt x="124742" y="193455"/>
                    <a:pt x="71092" y="193455"/>
                  </a:cubicBezTo>
                  <a:cubicBezTo>
                    <a:pt x="41492" y="193455"/>
                    <a:pt x="17443" y="187376"/>
                    <a:pt x="0" y="178126"/>
                  </a:cubicBezTo>
                  <a:lnTo>
                    <a:pt x="6871" y="143241"/>
                  </a:lnTo>
                  <a:close/>
                </a:path>
              </a:pathLst>
            </a:custGeom>
            <a:solidFill>
              <a:schemeClr val="accent2"/>
            </a:solidFill>
            <a:ln w="26408"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A8A46CC1-5BF2-0B78-7987-A2ADA826B731}"/>
                </a:ext>
              </a:extLst>
            </p:cNvPr>
            <p:cNvSpPr/>
            <p:nvPr/>
          </p:nvSpPr>
          <p:spPr>
            <a:xfrm>
              <a:off x="4922848" y="3869558"/>
              <a:ext cx="143769" cy="186847"/>
            </a:xfrm>
            <a:custGeom>
              <a:avLst/>
              <a:gdLst>
                <a:gd name="connsiteX0" fmla="*/ 0 w 143769"/>
                <a:gd name="connsiteY0" fmla="*/ 186848 h 186847"/>
                <a:gd name="connsiteX1" fmla="*/ 0 w 143769"/>
                <a:gd name="connsiteY1" fmla="*/ 0 h 186847"/>
                <a:gd name="connsiteX2" fmla="*/ 140598 w 143769"/>
                <a:gd name="connsiteY2" fmla="*/ 0 h 186847"/>
                <a:gd name="connsiteX3" fmla="*/ 140598 w 143769"/>
                <a:gd name="connsiteY3" fmla="*/ 34621 h 186847"/>
                <a:gd name="connsiteX4" fmla="*/ 45721 w 143769"/>
                <a:gd name="connsiteY4" fmla="*/ 34621 h 186847"/>
                <a:gd name="connsiteX5" fmla="*/ 45721 w 143769"/>
                <a:gd name="connsiteY5" fmla="*/ 72942 h 186847"/>
                <a:gd name="connsiteX6" fmla="*/ 133463 w 143769"/>
                <a:gd name="connsiteY6" fmla="*/ 72942 h 186847"/>
                <a:gd name="connsiteX7" fmla="*/ 133463 w 143769"/>
                <a:gd name="connsiteY7" fmla="*/ 107563 h 186847"/>
                <a:gd name="connsiteX8" fmla="*/ 45721 w 143769"/>
                <a:gd name="connsiteY8" fmla="*/ 107563 h 186847"/>
                <a:gd name="connsiteX9" fmla="*/ 45721 w 143769"/>
                <a:gd name="connsiteY9" fmla="*/ 152227 h 186847"/>
                <a:gd name="connsiteX10" fmla="*/ 143770 w 143769"/>
                <a:gd name="connsiteY10" fmla="*/ 152227 h 186847"/>
                <a:gd name="connsiteX11" fmla="*/ 143770 w 143769"/>
                <a:gd name="connsiteY11" fmla="*/ 186848 h 186847"/>
                <a:gd name="connsiteX12" fmla="*/ 0 w 1437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769" h="186847">
                  <a:moveTo>
                    <a:pt x="0" y="186848"/>
                  </a:moveTo>
                  <a:lnTo>
                    <a:pt x="0" y="0"/>
                  </a:lnTo>
                  <a:lnTo>
                    <a:pt x="140598" y="0"/>
                  </a:lnTo>
                  <a:lnTo>
                    <a:pt x="140598" y="34621"/>
                  </a:lnTo>
                  <a:lnTo>
                    <a:pt x="45721" y="34621"/>
                  </a:lnTo>
                  <a:lnTo>
                    <a:pt x="45721" y="72942"/>
                  </a:lnTo>
                  <a:lnTo>
                    <a:pt x="133463" y="72942"/>
                  </a:lnTo>
                  <a:lnTo>
                    <a:pt x="133463" y="107563"/>
                  </a:lnTo>
                  <a:lnTo>
                    <a:pt x="45721" y="107563"/>
                  </a:lnTo>
                  <a:lnTo>
                    <a:pt x="45721" y="152227"/>
                  </a:lnTo>
                  <a:lnTo>
                    <a:pt x="143770" y="152227"/>
                  </a:lnTo>
                  <a:lnTo>
                    <a:pt x="1437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B45F151C-6C1F-ECAB-EC8F-3B8E0F8EC0BF}"/>
                </a:ext>
              </a:extLst>
            </p:cNvPr>
            <p:cNvSpPr/>
            <p:nvPr/>
          </p:nvSpPr>
          <p:spPr>
            <a:xfrm>
              <a:off x="5097539" y="3869558"/>
              <a:ext cx="172841" cy="186847"/>
            </a:xfrm>
            <a:custGeom>
              <a:avLst/>
              <a:gdLst>
                <a:gd name="connsiteX0" fmla="*/ 0 w 172841"/>
                <a:gd name="connsiteY0" fmla="*/ 186848 h 186847"/>
                <a:gd name="connsiteX1" fmla="*/ 0 w 172841"/>
                <a:gd name="connsiteY1" fmla="*/ 0 h 186847"/>
                <a:gd name="connsiteX2" fmla="*/ 46514 w 172841"/>
                <a:gd name="connsiteY2" fmla="*/ 0 h 186847"/>
                <a:gd name="connsiteX3" fmla="*/ 46514 w 172841"/>
                <a:gd name="connsiteY3" fmla="*/ 82456 h 186847"/>
                <a:gd name="connsiteX4" fmla="*/ 110999 w 172841"/>
                <a:gd name="connsiteY4" fmla="*/ 0 h 186847"/>
                <a:gd name="connsiteX5" fmla="*/ 166762 w 172841"/>
                <a:gd name="connsiteY5" fmla="*/ 0 h 186847"/>
                <a:gd name="connsiteX6" fmla="*/ 91178 w 172841"/>
                <a:gd name="connsiteY6" fmla="*/ 87742 h 186847"/>
                <a:gd name="connsiteX7" fmla="*/ 172841 w 172841"/>
                <a:gd name="connsiteY7" fmla="*/ 186848 h 186847"/>
                <a:gd name="connsiteX8" fmla="*/ 113906 w 172841"/>
                <a:gd name="connsiteY8" fmla="*/ 186848 h 186847"/>
                <a:gd name="connsiteX9" fmla="*/ 46514 w 172841"/>
                <a:gd name="connsiteY9" fmla="*/ 96992 h 186847"/>
                <a:gd name="connsiteX10" fmla="*/ 46514 w 172841"/>
                <a:gd name="connsiteY10" fmla="*/ 186848 h 186847"/>
                <a:gd name="connsiteX11" fmla="*/ 0 w 172841"/>
                <a:gd name="connsiteY11"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2841" h="186847">
                  <a:moveTo>
                    <a:pt x="0" y="186848"/>
                  </a:moveTo>
                  <a:lnTo>
                    <a:pt x="0" y="0"/>
                  </a:lnTo>
                  <a:lnTo>
                    <a:pt x="46514" y="0"/>
                  </a:lnTo>
                  <a:lnTo>
                    <a:pt x="46514" y="82456"/>
                  </a:lnTo>
                  <a:lnTo>
                    <a:pt x="110999" y="0"/>
                  </a:lnTo>
                  <a:lnTo>
                    <a:pt x="166762" y="0"/>
                  </a:lnTo>
                  <a:lnTo>
                    <a:pt x="91178" y="87742"/>
                  </a:lnTo>
                  <a:lnTo>
                    <a:pt x="172841" y="186848"/>
                  </a:lnTo>
                  <a:lnTo>
                    <a:pt x="113906" y="186848"/>
                  </a:lnTo>
                  <a:lnTo>
                    <a:pt x="46514" y="96992"/>
                  </a:lnTo>
                  <a:lnTo>
                    <a:pt x="46514"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8642931-CF78-8AF1-6F9A-F24EB7721A98}"/>
                </a:ext>
              </a:extLst>
            </p:cNvPr>
            <p:cNvSpPr/>
            <p:nvPr/>
          </p:nvSpPr>
          <p:spPr>
            <a:xfrm>
              <a:off x="5341208" y="3869558"/>
              <a:ext cx="128969" cy="186847"/>
            </a:xfrm>
            <a:custGeom>
              <a:avLst/>
              <a:gdLst>
                <a:gd name="connsiteX0" fmla="*/ 0 w 128969"/>
                <a:gd name="connsiteY0" fmla="*/ 186848 h 186847"/>
                <a:gd name="connsiteX1" fmla="*/ 0 w 128969"/>
                <a:gd name="connsiteY1" fmla="*/ 0 h 186847"/>
                <a:gd name="connsiteX2" fmla="*/ 125534 w 128969"/>
                <a:gd name="connsiteY2" fmla="*/ 0 h 186847"/>
                <a:gd name="connsiteX3" fmla="*/ 125534 w 128969"/>
                <a:gd name="connsiteY3" fmla="*/ 18500 h 186847"/>
                <a:gd name="connsiteX4" fmla="*/ 23257 w 128969"/>
                <a:gd name="connsiteY4" fmla="*/ 18500 h 186847"/>
                <a:gd name="connsiteX5" fmla="*/ 23257 w 128969"/>
                <a:gd name="connsiteY5" fmla="*/ 80606 h 186847"/>
                <a:gd name="connsiteX6" fmla="*/ 118399 w 128969"/>
                <a:gd name="connsiteY6" fmla="*/ 80606 h 186847"/>
                <a:gd name="connsiteX7" fmla="*/ 118399 w 128969"/>
                <a:gd name="connsiteY7" fmla="*/ 99370 h 186847"/>
                <a:gd name="connsiteX8" fmla="*/ 23257 w 128969"/>
                <a:gd name="connsiteY8" fmla="*/ 99370 h 186847"/>
                <a:gd name="connsiteX9" fmla="*/ 23257 w 128969"/>
                <a:gd name="connsiteY9" fmla="*/ 168083 h 186847"/>
                <a:gd name="connsiteX10" fmla="*/ 128970 w 128969"/>
                <a:gd name="connsiteY10" fmla="*/ 168083 h 186847"/>
                <a:gd name="connsiteX11" fmla="*/ 128970 w 128969"/>
                <a:gd name="connsiteY11" fmla="*/ 186848 h 186847"/>
                <a:gd name="connsiteX12" fmla="*/ 0 w 128969"/>
                <a:gd name="connsiteY12"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969" h="186847">
                  <a:moveTo>
                    <a:pt x="0" y="186848"/>
                  </a:moveTo>
                  <a:lnTo>
                    <a:pt x="0" y="0"/>
                  </a:lnTo>
                  <a:lnTo>
                    <a:pt x="125534" y="0"/>
                  </a:lnTo>
                  <a:lnTo>
                    <a:pt x="125534" y="18500"/>
                  </a:lnTo>
                  <a:lnTo>
                    <a:pt x="23257" y="18500"/>
                  </a:lnTo>
                  <a:lnTo>
                    <a:pt x="23257" y="80606"/>
                  </a:lnTo>
                  <a:lnTo>
                    <a:pt x="118399" y="80606"/>
                  </a:lnTo>
                  <a:lnTo>
                    <a:pt x="118399" y="99370"/>
                  </a:lnTo>
                  <a:lnTo>
                    <a:pt x="23257" y="99370"/>
                  </a:lnTo>
                  <a:lnTo>
                    <a:pt x="23257" y="168083"/>
                  </a:lnTo>
                  <a:lnTo>
                    <a:pt x="128970" y="168083"/>
                  </a:lnTo>
                  <a:lnTo>
                    <a:pt x="12897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340B052D-9CEE-C320-4F1C-58BC98CC0EF5}"/>
                </a:ext>
              </a:extLst>
            </p:cNvPr>
            <p:cNvSpPr/>
            <p:nvPr/>
          </p:nvSpPr>
          <p:spPr>
            <a:xfrm>
              <a:off x="5506649" y="3869558"/>
              <a:ext cx="154341" cy="186847"/>
            </a:xfrm>
            <a:custGeom>
              <a:avLst/>
              <a:gdLst>
                <a:gd name="connsiteX0" fmla="*/ 0 w 154341"/>
                <a:gd name="connsiteY0" fmla="*/ 186848 h 186847"/>
                <a:gd name="connsiteX1" fmla="*/ 0 w 154341"/>
                <a:gd name="connsiteY1" fmla="*/ 0 h 186847"/>
                <a:gd name="connsiteX2" fmla="*/ 65014 w 154341"/>
                <a:gd name="connsiteY2" fmla="*/ 0 h 186847"/>
                <a:gd name="connsiteX3" fmla="*/ 154341 w 154341"/>
                <a:gd name="connsiteY3" fmla="*/ 88006 h 186847"/>
                <a:gd name="connsiteX4" fmla="*/ 154341 w 154341"/>
                <a:gd name="connsiteY4" fmla="*/ 98842 h 186847"/>
                <a:gd name="connsiteX5" fmla="*/ 65014 w 154341"/>
                <a:gd name="connsiteY5" fmla="*/ 186848 h 186847"/>
                <a:gd name="connsiteX6" fmla="*/ 0 w 154341"/>
                <a:gd name="connsiteY6" fmla="*/ 186848 h 186847"/>
                <a:gd name="connsiteX7" fmla="*/ 24050 w 154341"/>
                <a:gd name="connsiteY7" fmla="*/ 19028 h 186847"/>
                <a:gd name="connsiteX8" fmla="*/ 24050 w 154341"/>
                <a:gd name="connsiteY8" fmla="*/ 168083 h 186847"/>
                <a:gd name="connsiteX9" fmla="*/ 64749 w 154341"/>
                <a:gd name="connsiteY9" fmla="*/ 168083 h 186847"/>
                <a:gd name="connsiteX10" fmla="*/ 129763 w 154341"/>
                <a:gd name="connsiteY10" fmla="*/ 98577 h 186847"/>
                <a:gd name="connsiteX11" fmla="*/ 129763 w 154341"/>
                <a:gd name="connsiteY11" fmla="*/ 88535 h 186847"/>
                <a:gd name="connsiteX12" fmla="*/ 64749 w 154341"/>
                <a:gd name="connsiteY12" fmla="*/ 19028 h 186847"/>
                <a:gd name="connsiteX13" fmla="*/ 24050 w 154341"/>
                <a:gd name="connsiteY13" fmla="*/ 1902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341" h="186847">
                  <a:moveTo>
                    <a:pt x="0" y="186848"/>
                  </a:moveTo>
                  <a:lnTo>
                    <a:pt x="0" y="0"/>
                  </a:lnTo>
                  <a:lnTo>
                    <a:pt x="65014" y="0"/>
                  </a:lnTo>
                  <a:cubicBezTo>
                    <a:pt x="118927" y="0"/>
                    <a:pt x="154341" y="26957"/>
                    <a:pt x="154341" y="88006"/>
                  </a:cubicBezTo>
                  <a:lnTo>
                    <a:pt x="154341" y="98842"/>
                  </a:lnTo>
                  <a:cubicBezTo>
                    <a:pt x="154341" y="159098"/>
                    <a:pt x="118927" y="186848"/>
                    <a:pt x="65014" y="186848"/>
                  </a:cubicBezTo>
                  <a:lnTo>
                    <a:pt x="0" y="186848"/>
                  </a:lnTo>
                  <a:close/>
                  <a:moveTo>
                    <a:pt x="24050" y="19028"/>
                  </a:moveTo>
                  <a:lnTo>
                    <a:pt x="24050" y="168083"/>
                  </a:lnTo>
                  <a:lnTo>
                    <a:pt x="64749" y="168083"/>
                  </a:lnTo>
                  <a:cubicBezTo>
                    <a:pt x="103070" y="168083"/>
                    <a:pt x="129763" y="149584"/>
                    <a:pt x="129763" y="98577"/>
                  </a:cubicBezTo>
                  <a:lnTo>
                    <a:pt x="129763" y="88535"/>
                  </a:lnTo>
                  <a:cubicBezTo>
                    <a:pt x="129763" y="37528"/>
                    <a:pt x="103070" y="19028"/>
                    <a:pt x="64749" y="19028"/>
                  </a:cubicBezTo>
                  <a:lnTo>
                    <a:pt x="24050" y="19028"/>
                  </a:lnTo>
                  <a:close/>
                </a:path>
              </a:pathLst>
            </a:custGeom>
            <a:solidFill>
              <a:schemeClr val="accent2"/>
            </a:solidFill>
            <a:ln w="26408"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78D218E-DBEE-5280-6E52-9F0036C9647D}"/>
                </a:ext>
              </a:extLst>
            </p:cNvPr>
            <p:cNvSpPr/>
            <p:nvPr/>
          </p:nvSpPr>
          <p:spPr>
            <a:xfrm>
              <a:off x="5694818" y="3869558"/>
              <a:ext cx="148791" cy="191868"/>
            </a:xfrm>
            <a:custGeom>
              <a:avLst/>
              <a:gdLst>
                <a:gd name="connsiteX0" fmla="*/ 0 w 148791"/>
                <a:gd name="connsiteY0" fmla="*/ 0 h 191868"/>
                <a:gd name="connsiteX1" fmla="*/ 24050 w 148791"/>
                <a:gd name="connsiteY1" fmla="*/ 0 h 191868"/>
                <a:gd name="connsiteX2" fmla="*/ 24050 w 148791"/>
                <a:gd name="connsiteY2" fmla="*/ 117341 h 191868"/>
                <a:gd name="connsiteX3" fmla="*/ 74528 w 148791"/>
                <a:gd name="connsiteY3" fmla="*/ 172841 h 191868"/>
                <a:gd name="connsiteX4" fmla="*/ 125006 w 148791"/>
                <a:gd name="connsiteY4" fmla="*/ 117341 h 191868"/>
                <a:gd name="connsiteX5" fmla="*/ 125006 w 148791"/>
                <a:gd name="connsiteY5" fmla="*/ 0 h 191868"/>
                <a:gd name="connsiteX6" fmla="*/ 148791 w 148791"/>
                <a:gd name="connsiteY6" fmla="*/ 0 h 191868"/>
                <a:gd name="connsiteX7" fmla="*/ 148791 w 148791"/>
                <a:gd name="connsiteY7" fmla="*/ 117606 h 191868"/>
                <a:gd name="connsiteX8" fmla="*/ 73471 w 148791"/>
                <a:gd name="connsiteY8" fmla="*/ 191869 h 191868"/>
                <a:gd name="connsiteX9" fmla="*/ 0 w 148791"/>
                <a:gd name="connsiteY9" fmla="*/ 117606 h 191868"/>
                <a:gd name="connsiteX10" fmla="*/ 0 w 148791"/>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1"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36C6842C-A713-F130-329B-86D1F3A6F1E1}"/>
                </a:ext>
              </a:extLst>
            </p:cNvPr>
            <p:cNvSpPr/>
            <p:nvPr/>
          </p:nvSpPr>
          <p:spPr>
            <a:xfrm>
              <a:off x="5876645" y="3866386"/>
              <a:ext cx="140598" cy="193454"/>
            </a:xfrm>
            <a:custGeom>
              <a:avLst/>
              <a:gdLst>
                <a:gd name="connsiteX0" fmla="*/ 0 w 140598"/>
                <a:gd name="connsiteY0" fmla="*/ 104656 h 193454"/>
                <a:gd name="connsiteX1" fmla="*/ 0 w 140598"/>
                <a:gd name="connsiteY1" fmla="*/ 93820 h 193454"/>
                <a:gd name="connsiteX2" fmla="*/ 85363 w 140598"/>
                <a:gd name="connsiteY2" fmla="*/ 0 h 193454"/>
                <a:gd name="connsiteX3" fmla="*/ 137427 w 140598"/>
                <a:gd name="connsiteY3" fmla="*/ 10836 h 193454"/>
                <a:gd name="connsiteX4" fmla="*/ 133727 w 140598"/>
                <a:gd name="connsiteY4" fmla="*/ 29335 h 193454"/>
                <a:gd name="connsiteX5" fmla="*/ 87213 w 140598"/>
                <a:gd name="connsiteY5" fmla="*/ 19028 h 193454"/>
                <a:gd name="connsiteX6" fmla="*/ 24843 w 140598"/>
                <a:gd name="connsiteY6" fmla="*/ 94084 h 193454"/>
                <a:gd name="connsiteX7" fmla="*/ 24843 w 140598"/>
                <a:gd name="connsiteY7" fmla="*/ 104391 h 193454"/>
                <a:gd name="connsiteX8" fmla="*/ 86949 w 140598"/>
                <a:gd name="connsiteY8" fmla="*/ 174426 h 193454"/>
                <a:gd name="connsiteX9" fmla="*/ 136899 w 140598"/>
                <a:gd name="connsiteY9" fmla="*/ 163062 h 193454"/>
                <a:gd name="connsiteX10" fmla="*/ 140598 w 140598"/>
                <a:gd name="connsiteY10" fmla="*/ 181562 h 193454"/>
                <a:gd name="connsiteX11" fmla="*/ 84042 w 140598"/>
                <a:gd name="connsiteY11" fmla="*/ 193455 h 193454"/>
                <a:gd name="connsiteX12" fmla="*/ 0 w 140598"/>
                <a:gd name="connsiteY12" fmla="*/ 104920 h 19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98" h="193454">
                  <a:moveTo>
                    <a:pt x="0" y="104656"/>
                  </a:moveTo>
                  <a:lnTo>
                    <a:pt x="0" y="93820"/>
                  </a:lnTo>
                  <a:cubicBezTo>
                    <a:pt x="0" y="32242"/>
                    <a:pt x="33828" y="0"/>
                    <a:pt x="85363" y="0"/>
                  </a:cubicBezTo>
                  <a:cubicBezTo>
                    <a:pt x="107827" y="0"/>
                    <a:pt x="125270" y="5021"/>
                    <a:pt x="137427" y="10836"/>
                  </a:cubicBezTo>
                  <a:lnTo>
                    <a:pt x="133727" y="29335"/>
                  </a:lnTo>
                  <a:cubicBezTo>
                    <a:pt x="121306" y="22993"/>
                    <a:pt x="106242" y="19028"/>
                    <a:pt x="87213" y="19028"/>
                  </a:cubicBezTo>
                  <a:cubicBezTo>
                    <a:pt x="51271" y="19028"/>
                    <a:pt x="24843" y="41228"/>
                    <a:pt x="24843" y="94084"/>
                  </a:cubicBezTo>
                  <a:lnTo>
                    <a:pt x="24843" y="104391"/>
                  </a:lnTo>
                  <a:cubicBezTo>
                    <a:pt x="24843" y="154341"/>
                    <a:pt x="50478" y="174426"/>
                    <a:pt x="86949" y="174426"/>
                  </a:cubicBezTo>
                  <a:cubicBezTo>
                    <a:pt x="107827" y="174426"/>
                    <a:pt x="123156" y="169405"/>
                    <a:pt x="136899" y="163062"/>
                  </a:cubicBezTo>
                  <a:lnTo>
                    <a:pt x="140598" y="181562"/>
                  </a:lnTo>
                  <a:cubicBezTo>
                    <a:pt x="127120" y="188433"/>
                    <a:pt x="108356" y="193455"/>
                    <a:pt x="84042" y="193455"/>
                  </a:cubicBezTo>
                  <a:cubicBezTo>
                    <a:pt x="32243" y="193455"/>
                    <a:pt x="0" y="164119"/>
                    <a:pt x="0" y="104920"/>
                  </a:cubicBezTo>
                </a:path>
              </a:pathLst>
            </a:custGeom>
            <a:solidFill>
              <a:schemeClr val="accent2"/>
            </a:solidFill>
            <a:ln w="26408"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35F6087E-972F-4484-AFF8-7B497E4120AD}"/>
                </a:ext>
              </a:extLst>
            </p:cNvPr>
            <p:cNvSpPr/>
            <p:nvPr/>
          </p:nvSpPr>
          <p:spPr>
            <a:xfrm>
              <a:off x="6034950" y="3869558"/>
              <a:ext cx="173105" cy="186847"/>
            </a:xfrm>
            <a:custGeom>
              <a:avLst/>
              <a:gdLst>
                <a:gd name="connsiteX0" fmla="*/ 0 w 173105"/>
                <a:gd name="connsiteY0" fmla="*/ 186848 h 186847"/>
                <a:gd name="connsiteX1" fmla="*/ 74263 w 173105"/>
                <a:gd name="connsiteY1" fmla="*/ 0 h 186847"/>
                <a:gd name="connsiteX2" fmla="*/ 98842 w 173105"/>
                <a:gd name="connsiteY2" fmla="*/ 0 h 186847"/>
                <a:gd name="connsiteX3" fmla="*/ 173105 w 173105"/>
                <a:gd name="connsiteY3" fmla="*/ 186848 h 186847"/>
                <a:gd name="connsiteX4" fmla="*/ 147998 w 173105"/>
                <a:gd name="connsiteY4" fmla="*/ 186848 h 186847"/>
                <a:gd name="connsiteX5" fmla="*/ 127648 w 173105"/>
                <a:gd name="connsiteY5" fmla="*/ 132934 h 186847"/>
                <a:gd name="connsiteX6" fmla="*/ 44928 w 173105"/>
                <a:gd name="connsiteY6" fmla="*/ 132934 h 186847"/>
                <a:gd name="connsiteX7" fmla="*/ 24578 w 173105"/>
                <a:gd name="connsiteY7" fmla="*/ 186848 h 186847"/>
                <a:gd name="connsiteX8" fmla="*/ 0 w 173105"/>
                <a:gd name="connsiteY8" fmla="*/ 186848 h 186847"/>
                <a:gd name="connsiteX9" fmla="*/ 51799 w 173105"/>
                <a:gd name="connsiteY9" fmla="*/ 114434 h 186847"/>
                <a:gd name="connsiteX10" fmla="*/ 120777 w 173105"/>
                <a:gd name="connsiteY10" fmla="*/ 114434 h 186847"/>
                <a:gd name="connsiteX11" fmla="*/ 86420 w 173105"/>
                <a:gd name="connsiteY11" fmla="*/ 23257 h 186847"/>
                <a:gd name="connsiteX12" fmla="*/ 52064 w 173105"/>
                <a:gd name="connsiteY12" fmla="*/ 11443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05" h="186847">
                  <a:moveTo>
                    <a:pt x="0" y="186848"/>
                  </a:moveTo>
                  <a:lnTo>
                    <a:pt x="74263" y="0"/>
                  </a:lnTo>
                  <a:lnTo>
                    <a:pt x="98842" y="0"/>
                  </a:lnTo>
                  <a:lnTo>
                    <a:pt x="173105" y="186848"/>
                  </a:lnTo>
                  <a:lnTo>
                    <a:pt x="147998" y="186848"/>
                  </a:lnTo>
                  <a:lnTo>
                    <a:pt x="127648" y="132934"/>
                  </a:lnTo>
                  <a:lnTo>
                    <a:pt x="44928" y="132934"/>
                  </a:lnTo>
                  <a:lnTo>
                    <a:pt x="24578" y="186848"/>
                  </a:lnTo>
                  <a:lnTo>
                    <a:pt x="0" y="186848"/>
                  </a:lnTo>
                  <a:close/>
                  <a:moveTo>
                    <a:pt x="51799" y="114434"/>
                  </a:moveTo>
                  <a:lnTo>
                    <a:pt x="120777" y="114434"/>
                  </a:lnTo>
                  <a:lnTo>
                    <a:pt x="86420" y="23257"/>
                  </a:lnTo>
                  <a:lnTo>
                    <a:pt x="52064" y="114434"/>
                  </a:lnTo>
                  <a:close/>
                </a:path>
              </a:pathLst>
            </a:custGeom>
            <a:solidFill>
              <a:schemeClr val="accent2"/>
            </a:solidFill>
            <a:ln w="26408"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E80BAA59-E4A2-FF06-0013-13CEE22833B4}"/>
                </a:ext>
              </a:extLst>
            </p:cNvPr>
            <p:cNvSpPr/>
            <p:nvPr/>
          </p:nvSpPr>
          <p:spPr>
            <a:xfrm>
              <a:off x="6196163" y="3869558"/>
              <a:ext cx="154341" cy="186847"/>
            </a:xfrm>
            <a:custGeom>
              <a:avLst/>
              <a:gdLst>
                <a:gd name="connsiteX0" fmla="*/ 65806 w 154341"/>
                <a:gd name="connsiteY0" fmla="*/ 186848 h 186847"/>
                <a:gd name="connsiteX1" fmla="*/ 65806 w 154341"/>
                <a:gd name="connsiteY1" fmla="*/ 18764 h 186847"/>
                <a:gd name="connsiteX2" fmla="*/ 0 w 154341"/>
                <a:gd name="connsiteY2" fmla="*/ 18764 h 186847"/>
                <a:gd name="connsiteX3" fmla="*/ 0 w 154341"/>
                <a:gd name="connsiteY3" fmla="*/ 0 h 186847"/>
                <a:gd name="connsiteX4" fmla="*/ 154341 w 154341"/>
                <a:gd name="connsiteY4" fmla="*/ 0 h 186847"/>
                <a:gd name="connsiteX5" fmla="*/ 154341 w 154341"/>
                <a:gd name="connsiteY5" fmla="*/ 18764 h 186847"/>
                <a:gd name="connsiteX6" fmla="*/ 89063 w 154341"/>
                <a:gd name="connsiteY6" fmla="*/ 18764 h 186847"/>
                <a:gd name="connsiteX7" fmla="*/ 89063 w 154341"/>
                <a:gd name="connsiteY7" fmla="*/ 186848 h 186847"/>
                <a:gd name="connsiteX8" fmla="*/ 65806 w 154341"/>
                <a:gd name="connsiteY8"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41" h="186847">
                  <a:moveTo>
                    <a:pt x="65806" y="186848"/>
                  </a:moveTo>
                  <a:lnTo>
                    <a:pt x="65806" y="18764"/>
                  </a:lnTo>
                  <a:lnTo>
                    <a:pt x="0" y="18764"/>
                  </a:lnTo>
                  <a:lnTo>
                    <a:pt x="0" y="0"/>
                  </a:lnTo>
                  <a:lnTo>
                    <a:pt x="154341" y="0"/>
                  </a:lnTo>
                  <a:lnTo>
                    <a:pt x="154341" y="18764"/>
                  </a:lnTo>
                  <a:lnTo>
                    <a:pt x="89063" y="18764"/>
                  </a:lnTo>
                  <a:lnTo>
                    <a:pt x="89063" y="186848"/>
                  </a:lnTo>
                  <a:lnTo>
                    <a:pt x="65806" y="186848"/>
                  </a:lnTo>
                  <a:close/>
                </a:path>
              </a:pathLst>
            </a:custGeom>
            <a:solidFill>
              <a:schemeClr val="accent2"/>
            </a:solidFill>
            <a:ln w="26408"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54995D7B-C1C4-E13E-D168-1893CD518677}"/>
                </a:ext>
              </a:extLst>
            </p:cNvPr>
            <p:cNvSpPr/>
            <p:nvPr/>
          </p:nvSpPr>
          <p:spPr>
            <a:xfrm>
              <a:off x="6380896" y="3869558"/>
              <a:ext cx="24049" cy="186847"/>
            </a:xfrm>
            <a:custGeom>
              <a:avLst/>
              <a:gdLst>
                <a:gd name="connsiteX0" fmla="*/ 0 w 24049"/>
                <a:gd name="connsiteY0" fmla="*/ 0 h 186847"/>
                <a:gd name="connsiteX1" fmla="*/ 24050 w 24049"/>
                <a:gd name="connsiteY1" fmla="*/ 0 h 186847"/>
                <a:gd name="connsiteX2" fmla="*/ 24050 w 24049"/>
                <a:gd name="connsiteY2" fmla="*/ 186847 h 186847"/>
                <a:gd name="connsiteX3" fmla="*/ 0 w 24049"/>
                <a:gd name="connsiteY3" fmla="*/ 186847 h 186847"/>
              </a:gdLst>
              <a:ahLst/>
              <a:cxnLst>
                <a:cxn ang="0">
                  <a:pos x="connsiteX0" y="connsiteY0"/>
                </a:cxn>
                <a:cxn ang="0">
                  <a:pos x="connsiteX1" y="connsiteY1"/>
                </a:cxn>
                <a:cxn ang="0">
                  <a:pos x="connsiteX2" y="connsiteY2"/>
                </a:cxn>
                <a:cxn ang="0">
                  <a:pos x="connsiteX3" y="connsiteY3"/>
                </a:cxn>
              </a:cxnLst>
              <a:rect l="l" t="t" r="r" b="b"/>
              <a:pathLst>
                <a:path w="24049" h="186847">
                  <a:moveTo>
                    <a:pt x="0" y="0"/>
                  </a:moveTo>
                  <a:lnTo>
                    <a:pt x="24050" y="0"/>
                  </a:lnTo>
                  <a:lnTo>
                    <a:pt x="24050" y="186847"/>
                  </a:lnTo>
                  <a:lnTo>
                    <a:pt x="0" y="186847"/>
                  </a:lnTo>
                  <a:close/>
                </a:path>
              </a:pathLst>
            </a:custGeom>
            <a:solidFill>
              <a:schemeClr val="accent2"/>
            </a:solidFill>
            <a:ln w="26408"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690330F-E6A0-6A68-D5D8-32CFC2E8FC73}"/>
                </a:ext>
              </a:extLst>
            </p:cNvPr>
            <p:cNvSpPr/>
            <p:nvPr/>
          </p:nvSpPr>
          <p:spPr>
            <a:xfrm>
              <a:off x="6439567" y="3864536"/>
              <a:ext cx="164912" cy="196625"/>
            </a:xfrm>
            <a:custGeom>
              <a:avLst/>
              <a:gdLst>
                <a:gd name="connsiteX0" fmla="*/ 0 w 164912"/>
                <a:gd name="connsiteY0" fmla="*/ 104127 h 196625"/>
                <a:gd name="connsiteX1" fmla="*/ 0 w 164912"/>
                <a:gd name="connsiteY1" fmla="*/ 92499 h 196625"/>
                <a:gd name="connsiteX2" fmla="*/ 82720 w 164912"/>
                <a:gd name="connsiteY2" fmla="*/ 0 h 196625"/>
                <a:gd name="connsiteX3" fmla="*/ 164912 w 164912"/>
                <a:gd name="connsiteY3" fmla="*/ 92499 h 196625"/>
                <a:gd name="connsiteX4" fmla="*/ 164912 w 164912"/>
                <a:gd name="connsiteY4" fmla="*/ 104127 h 196625"/>
                <a:gd name="connsiteX5" fmla="*/ 82192 w 164912"/>
                <a:gd name="connsiteY5" fmla="*/ 196626 h 196625"/>
                <a:gd name="connsiteX6" fmla="*/ 0 w 164912"/>
                <a:gd name="connsiteY6" fmla="*/ 104127 h 196625"/>
                <a:gd name="connsiteX7" fmla="*/ 140334 w 164912"/>
                <a:gd name="connsiteY7" fmla="*/ 104127 h 196625"/>
                <a:gd name="connsiteX8" fmla="*/ 140334 w 164912"/>
                <a:gd name="connsiteY8" fmla="*/ 92499 h 196625"/>
                <a:gd name="connsiteX9" fmla="*/ 82720 w 164912"/>
                <a:gd name="connsiteY9" fmla="*/ 19028 h 196625"/>
                <a:gd name="connsiteX10" fmla="*/ 24843 w 164912"/>
                <a:gd name="connsiteY10" fmla="*/ 92499 h 196625"/>
                <a:gd name="connsiteX11" fmla="*/ 24843 w 164912"/>
                <a:gd name="connsiteY11" fmla="*/ 104127 h 196625"/>
                <a:gd name="connsiteX12" fmla="*/ 82456 w 164912"/>
                <a:gd name="connsiteY12" fmla="*/ 177598 h 196625"/>
                <a:gd name="connsiteX13" fmla="*/ 140334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0" y="0"/>
                  </a:cubicBezTo>
                  <a:cubicBezTo>
                    <a:pt x="132141" y="0"/>
                    <a:pt x="164912" y="28014"/>
                    <a:pt x="164912" y="92499"/>
                  </a:cubicBezTo>
                  <a:lnTo>
                    <a:pt x="164912" y="104127"/>
                  </a:lnTo>
                  <a:cubicBezTo>
                    <a:pt x="164912" y="170198"/>
                    <a:pt x="131877" y="196626"/>
                    <a:pt x="82192" y="196626"/>
                  </a:cubicBezTo>
                  <a:cubicBezTo>
                    <a:pt x="32507" y="196626"/>
                    <a:pt x="0" y="168612"/>
                    <a:pt x="0" y="104127"/>
                  </a:cubicBezTo>
                  <a:moveTo>
                    <a:pt x="140334" y="104127"/>
                  </a:moveTo>
                  <a:lnTo>
                    <a:pt x="140334" y="92499"/>
                  </a:lnTo>
                  <a:cubicBezTo>
                    <a:pt x="140334" y="35942"/>
                    <a:pt x="116020" y="19028"/>
                    <a:pt x="82720" y="19028"/>
                  </a:cubicBezTo>
                  <a:cubicBezTo>
                    <a:pt x="49421" y="19028"/>
                    <a:pt x="24843" y="35942"/>
                    <a:pt x="24843" y="92499"/>
                  </a:cubicBezTo>
                  <a:lnTo>
                    <a:pt x="24843" y="104127"/>
                  </a:lnTo>
                  <a:cubicBezTo>
                    <a:pt x="24843" y="160684"/>
                    <a:pt x="49157" y="177598"/>
                    <a:pt x="82456" y="177598"/>
                  </a:cubicBezTo>
                  <a:cubicBezTo>
                    <a:pt x="115756" y="177598"/>
                    <a:pt x="140334" y="160684"/>
                    <a:pt x="140334" y="104127"/>
                  </a:cubicBezTo>
                </a:path>
              </a:pathLst>
            </a:custGeom>
            <a:solidFill>
              <a:schemeClr val="accent2"/>
            </a:solidFill>
            <a:ln w="26408"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012DB0D-05A3-4902-6485-7382A31EC0BA}"/>
                </a:ext>
              </a:extLst>
            </p:cNvPr>
            <p:cNvSpPr/>
            <p:nvPr/>
          </p:nvSpPr>
          <p:spPr>
            <a:xfrm>
              <a:off x="6639365" y="3869558"/>
              <a:ext cx="150377" cy="186847"/>
            </a:xfrm>
            <a:custGeom>
              <a:avLst/>
              <a:gdLst>
                <a:gd name="connsiteX0" fmla="*/ 0 w 150377"/>
                <a:gd name="connsiteY0" fmla="*/ 186848 h 186847"/>
                <a:gd name="connsiteX1" fmla="*/ 0 w 150377"/>
                <a:gd name="connsiteY1" fmla="*/ 0 h 186847"/>
                <a:gd name="connsiteX2" fmla="*/ 20878 w 150377"/>
                <a:gd name="connsiteY2" fmla="*/ 0 h 186847"/>
                <a:gd name="connsiteX3" fmla="*/ 128177 w 150377"/>
                <a:gd name="connsiteY3" fmla="*/ 151698 h 186847"/>
                <a:gd name="connsiteX4" fmla="*/ 128177 w 150377"/>
                <a:gd name="connsiteY4" fmla="*/ 0 h 186847"/>
                <a:gd name="connsiteX5" fmla="*/ 150377 w 150377"/>
                <a:gd name="connsiteY5" fmla="*/ 0 h 186847"/>
                <a:gd name="connsiteX6" fmla="*/ 150377 w 150377"/>
                <a:gd name="connsiteY6" fmla="*/ 186848 h 186847"/>
                <a:gd name="connsiteX7" fmla="*/ 129763 w 150377"/>
                <a:gd name="connsiteY7" fmla="*/ 186848 h 186847"/>
                <a:gd name="connsiteX8" fmla="*/ 22200 w 150377"/>
                <a:gd name="connsiteY8" fmla="*/ 35150 h 186847"/>
                <a:gd name="connsiteX9" fmla="*/ 22200 w 150377"/>
                <a:gd name="connsiteY9" fmla="*/ 186848 h 186847"/>
                <a:gd name="connsiteX10" fmla="*/ 0 w 150377"/>
                <a:gd name="connsiteY10" fmla="*/ 186848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377" h="186847">
                  <a:moveTo>
                    <a:pt x="0" y="186848"/>
                  </a:moveTo>
                  <a:lnTo>
                    <a:pt x="0" y="0"/>
                  </a:lnTo>
                  <a:lnTo>
                    <a:pt x="20878" y="0"/>
                  </a:lnTo>
                  <a:lnTo>
                    <a:pt x="128177" y="151698"/>
                  </a:lnTo>
                  <a:lnTo>
                    <a:pt x="128177" y="0"/>
                  </a:lnTo>
                  <a:lnTo>
                    <a:pt x="150377" y="0"/>
                  </a:lnTo>
                  <a:lnTo>
                    <a:pt x="150377" y="186848"/>
                  </a:lnTo>
                  <a:lnTo>
                    <a:pt x="129763" y="186848"/>
                  </a:lnTo>
                  <a:lnTo>
                    <a:pt x="22200" y="35150"/>
                  </a:lnTo>
                  <a:lnTo>
                    <a:pt x="22200" y="186848"/>
                  </a:lnTo>
                  <a:lnTo>
                    <a:pt x="0" y="186848"/>
                  </a:lnTo>
                  <a:close/>
                </a:path>
              </a:pathLst>
            </a:custGeom>
            <a:solidFill>
              <a:schemeClr val="accent2"/>
            </a:solidFill>
            <a:ln w="26408"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67072BF-7E8C-7E47-655A-1C787055AB8B}"/>
                </a:ext>
              </a:extLst>
            </p:cNvPr>
            <p:cNvSpPr/>
            <p:nvPr/>
          </p:nvSpPr>
          <p:spPr>
            <a:xfrm>
              <a:off x="6872727" y="3866122"/>
              <a:ext cx="151698" cy="193190"/>
            </a:xfrm>
            <a:custGeom>
              <a:avLst/>
              <a:gdLst>
                <a:gd name="connsiteX0" fmla="*/ 81663 w 151698"/>
                <a:gd name="connsiteY0" fmla="*/ 93292 h 193190"/>
                <a:gd name="connsiteX1" fmla="*/ 151699 w 151698"/>
                <a:gd name="connsiteY1" fmla="*/ 93292 h 193190"/>
                <a:gd name="connsiteX2" fmla="*/ 151699 w 151698"/>
                <a:gd name="connsiteY2" fmla="*/ 181562 h 193190"/>
                <a:gd name="connsiteX3" fmla="*/ 87742 w 151698"/>
                <a:gd name="connsiteY3" fmla="*/ 193190 h 193190"/>
                <a:gd name="connsiteX4" fmla="*/ 0 w 151698"/>
                <a:gd name="connsiteY4" fmla="*/ 104656 h 193190"/>
                <a:gd name="connsiteX5" fmla="*/ 0 w 151698"/>
                <a:gd name="connsiteY5" fmla="*/ 93820 h 193190"/>
                <a:gd name="connsiteX6" fmla="*/ 89592 w 151698"/>
                <a:gd name="connsiteY6" fmla="*/ 0 h 193190"/>
                <a:gd name="connsiteX7" fmla="*/ 147470 w 151698"/>
                <a:gd name="connsiteY7" fmla="*/ 12421 h 193190"/>
                <a:gd name="connsiteX8" fmla="*/ 143770 w 151698"/>
                <a:gd name="connsiteY8" fmla="*/ 30921 h 193190"/>
                <a:gd name="connsiteX9" fmla="*/ 91178 w 151698"/>
                <a:gd name="connsiteY9" fmla="*/ 18500 h 193190"/>
                <a:gd name="connsiteX10" fmla="*/ 24314 w 151698"/>
                <a:gd name="connsiteY10" fmla="*/ 93820 h 193190"/>
                <a:gd name="connsiteX11" fmla="*/ 24314 w 151698"/>
                <a:gd name="connsiteY11" fmla="*/ 104127 h 193190"/>
                <a:gd name="connsiteX12" fmla="*/ 88799 w 151698"/>
                <a:gd name="connsiteY12" fmla="*/ 174426 h 193190"/>
                <a:gd name="connsiteX13" fmla="*/ 128970 w 151698"/>
                <a:gd name="connsiteY13" fmla="*/ 168876 h 193190"/>
                <a:gd name="connsiteX14" fmla="*/ 128970 w 151698"/>
                <a:gd name="connsiteY14" fmla="*/ 111527 h 193190"/>
                <a:gd name="connsiteX15" fmla="*/ 81928 w 151698"/>
                <a:gd name="connsiteY15" fmla="*/ 111527 h 193190"/>
                <a:gd name="connsiteX16" fmla="*/ 81928 w 151698"/>
                <a:gd name="connsiteY16" fmla="*/ 93027 h 19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698" h="193190">
                  <a:moveTo>
                    <a:pt x="81663" y="93292"/>
                  </a:moveTo>
                  <a:lnTo>
                    <a:pt x="151699" y="93292"/>
                  </a:lnTo>
                  <a:lnTo>
                    <a:pt x="151699" y="181562"/>
                  </a:lnTo>
                  <a:cubicBezTo>
                    <a:pt x="136899" y="187905"/>
                    <a:pt x="112849" y="193190"/>
                    <a:pt x="87742" y="193190"/>
                  </a:cubicBezTo>
                  <a:cubicBezTo>
                    <a:pt x="30921" y="193190"/>
                    <a:pt x="0" y="163326"/>
                    <a:pt x="0" y="104656"/>
                  </a:cubicBezTo>
                  <a:lnTo>
                    <a:pt x="0" y="93820"/>
                  </a:lnTo>
                  <a:cubicBezTo>
                    <a:pt x="0" y="32507"/>
                    <a:pt x="34621" y="0"/>
                    <a:pt x="89592" y="0"/>
                  </a:cubicBezTo>
                  <a:cubicBezTo>
                    <a:pt x="115227" y="0"/>
                    <a:pt x="134520" y="5550"/>
                    <a:pt x="147470" y="12421"/>
                  </a:cubicBezTo>
                  <a:lnTo>
                    <a:pt x="143770" y="30921"/>
                  </a:lnTo>
                  <a:cubicBezTo>
                    <a:pt x="131349" y="24578"/>
                    <a:pt x="113642" y="18500"/>
                    <a:pt x="91178" y="18500"/>
                  </a:cubicBezTo>
                  <a:cubicBezTo>
                    <a:pt x="50478" y="18500"/>
                    <a:pt x="24314" y="41492"/>
                    <a:pt x="24314" y="93820"/>
                  </a:cubicBezTo>
                  <a:lnTo>
                    <a:pt x="24314" y="104127"/>
                  </a:lnTo>
                  <a:cubicBezTo>
                    <a:pt x="24314" y="153019"/>
                    <a:pt x="48100" y="174426"/>
                    <a:pt x="88799" y="174426"/>
                  </a:cubicBezTo>
                  <a:cubicBezTo>
                    <a:pt x="104128" y="174426"/>
                    <a:pt x="117870" y="172312"/>
                    <a:pt x="128970" y="168876"/>
                  </a:cubicBezTo>
                  <a:lnTo>
                    <a:pt x="128970" y="111527"/>
                  </a:lnTo>
                  <a:lnTo>
                    <a:pt x="81928" y="111527"/>
                  </a:lnTo>
                  <a:lnTo>
                    <a:pt x="81928" y="93027"/>
                  </a:lnTo>
                  <a:close/>
                </a:path>
              </a:pathLst>
            </a:custGeom>
            <a:solidFill>
              <a:schemeClr val="accent2"/>
            </a:solidFill>
            <a:ln w="26408"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AF4383C3-A819-46BF-85EF-9DF78D951D5D}"/>
                </a:ext>
              </a:extLst>
            </p:cNvPr>
            <p:cNvSpPr/>
            <p:nvPr/>
          </p:nvSpPr>
          <p:spPr>
            <a:xfrm>
              <a:off x="7061161" y="3869558"/>
              <a:ext cx="141126" cy="186847"/>
            </a:xfrm>
            <a:custGeom>
              <a:avLst/>
              <a:gdLst>
                <a:gd name="connsiteX0" fmla="*/ 0 w 141126"/>
                <a:gd name="connsiteY0" fmla="*/ 186848 h 186847"/>
                <a:gd name="connsiteX1" fmla="*/ 0 w 141126"/>
                <a:gd name="connsiteY1" fmla="*/ 0 h 186847"/>
                <a:gd name="connsiteX2" fmla="*/ 66599 w 141126"/>
                <a:gd name="connsiteY2" fmla="*/ 0 h 186847"/>
                <a:gd name="connsiteX3" fmla="*/ 133727 w 141126"/>
                <a:gd name="connsiteY3" fmla="*/ 55764 h 186847"/>
                <a:gd name="connsiteX4" fmla="*/ 98049 w 141126"/>
                <a:gd name="connsiteY4" fmla="*/ 107299 h 186847"/>
                <a:gd name="connsiteX5" fmla="*/ 141127 w 141126"/>
                <a:gd name="connsiteY5" fmla="*/ 186848 h 186847"/>
                <a:gd name="connsiteX6" fmla="*/ 114699 w 141126"/>
                <a:gd name="connsiteY6" fmla="*/ 186848 h 186847"/>
                <a:gd name="connsiteX7" fmla="*/ 76113 w 141126"/>
                <a:gd name="connsiteY7" fmla="*/ 111791 h 186847"/>
                <a:gd name="connsiteX8" fmla="*/ 67128 w 141126"/>
                <a:gd name="connsiteY8" fmla="*/ 112056 h 186847"/>
                <a:gd name="connsiteX9" fmla="*/ 23521 w 141126"/>
                <a:gd name="connsiteY9" fmla="*/ 112056 h 186847"/>
                <a:gd name="connsiteX10" fmla="*/ 23521 w 141126"/>
                <a:gd name="connsiteY10" fmla="*/ 186848 h 186847"/>
                <a:gd name="connsiteX11" fmla="*/ 528 w 141126"/>
                <a:gd name="connsiteY11" fmla="*/ 186848 h 186847"/>
                <a:gd name="connsiteX12" fmla="*/ 22992 w 141126"/>
                <a:gd name="connsiteY12" fmla="*/ 18500 h 186847"/>
                <a:gd name="connsiteX13" fmla="*/ 22992 w 141126"/>
                <a:gd name="connsiteY13" fmla="*/ 94349 h 186847"/>
                <a:gd name="connsiteX14" fmla="*/ 65806 w 141126"/>
                <a:gd name="connsiteY14" fmla="*/ 94349 h 186847"/>
                <a:gd name="connsiteX15" fmla="*/ 109941 w 141126"/>
                <a:gd name="connsiteY15" fmla="*/ 56556 h 186847"/>
                <a:gd name="connsiteX16" fmla="*/ 65806 w 141126"/>
                <a:gd name="connsiteY16" fmla="*/ 18764 h 186847"/>
                <a:gd name="connsiteX17" fmla="*/ 22992 w 141126"/>
                <a:gd name="connsiteY17" fmla="*/ 18764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26" h="186847">
                  <a:moveTo>
                    <a:pt x="0" y="186848"/>
                  </a:moveTo>
                  <a:lnTo>
                    <a:pt x="0" y="0"/>
                  </a:lnTo>
                  <a:lnTo>
                    <a:pt x="66599" y="0"/>
                  </a:lnTo>
                  <a:cubicBezTo>
                    <a:pt x="107035" y="0"/>
                    <a:pt x="133727" y="16121"/>
                    <a:pt x="133727" y="55764"/>
                  </a:cubicBezTo>
                  <a:cubicBezTo>
                    <a:pt x="133727" y="82456"/>
                    <a:pt x="119456" y="99634"/>
                    <a:pt x="98049" y="107299"/>
                  </a:cubicBezTo>
                  <a:lnTo>
                    <a:pt x="141127" y="186848"/>
                  </a:lnTo>
                  <a:lnTo>
                    <a:pt x="114699" y="186848"/>
                  </a:lnTo>
                  <a:lnTo>
                    <a:pt x="76113" y="111791"/>
                  </a:lnTo>
                  <a:cubicBezTo>
                    <a:pt x="73206" y="112056"/>
                    <a:pt x="70035" y="112056"/>
                    <a:pt x="67128" y="112056"/>
                  </a:cubicBezTo>
                  <a:lnTo>
                    <a:pt x="23521" y="112056"/>
                  </a:lnTo>
                  <a:lnTo>
                    <a:pt x="23521" y="186848"/>
                  </a:lnTo>
                  <a:lnTo>
                    <a:pt x="528" y="186848"/>
                  </a:lnTo>
                  <a:close/>
                  <a:moveTo>
                    <a:pt x="22992" y="18500"/>
                  </a:moveTo>
                  <a:lnTo>
                    <a:pt x="22992" y="94349"/>
                  </a:lnTo>
                  <a:lnTo>
                    <a:pt x="65806" y="94349"/>
                  </a:lnTo>
                  <a:cubicBezTo>
                    <a:pt x="91442" y="94349"/>
                    <a:pt x="109941" y="86420"/>
                    <a:pt x="109941" y="56556"/>
                  </a:cubicBezTo>
                  <a:cubicBezTo>
                    <a:pt x="109941" y="26693"/>
                    <a:pt x="91442" y="18764"/>
                    <a:pt x="65806" y="18764"/>
                  </a:cubicBezTo>
                  <a:lnTo>
                    <a:pt x="22992" y="18764"/>
                  </a:lnTo>
                  <a:close/>
                </a:path>
              </a:pathLst>
            </a:custGeom>
            <a:solidFill>
              <a:schemeClr val="accent2"/>
            </a:solidFill>
            <a:ln w="26408"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3A4585FE-1E26-2A82-1370-A2FCDE01C873}"/>
                </a:ext>
              </a:extLst>
            </p:cNvPr>
            <p:cNvSpPr/>
            <p:nvPr/>
          </p:nvSpPr>
          <p:spPr>
            <a:xfrm>
              <a:off x="7223166" y="3864536"/>
              <a:ext cx="164912" cy="196625"/>
            </a:xfrm>
            <a:custGeom>
              <a:avLst/>
              <a:gdLst>
                <a:gd name="connsiteX0" fmla="*/ 0 w 164912"/>
                <a:gd name="connsiteY0" fmla="*/ 104127 h 196625"/>
                <a:gd name="connsiteX1" fmla="*/ 0 w 164912"/>
                <a:gd name="connsiteY1" fmla="*/ 92499 h 196625"/>
                <a:gd name="connsiteX2" fmla="*/ 82721 w 164912"/>
                <a:gd name="connsiteY2" fmla="*/ 0 h 196625"/>
                <a:gd name="connsiteX3" fmla="*/ 164913 w 164912"/>
                <a:gd name="connsiteY3" fmla="*/ 92499 h 196625"/>
                <a:gd name="connsiteX4" fmla="*/ 164913 w 164912"/>
                <a:gd name="connsiteY4" fmla="*/ 104127 h 196625"/>
                <a:gd name="connsiteX5" fmla="*/ 82192 w 164912"/>
                <a:gd name="connsiteY5" fmla="*/ 196626 h 196625"/>
                <a:gd name="connsiteX6" fmla="*/ 0 w 164912"/>
                <a:gd name="connsiteY6" fmla="*/ 104127 h 196625"/>
                <a:gd name="connsiteX7" fmla="*/ 140335 w 164912"/>
                <a:gd name="connsiteY7" fmla="*/ 104127 h 196625"/>
                <a:gd name="connsiteX8" fmla="*/ 140335 w 164912"/>
                <a:gd name="connsiteY8" fmla="*/ 92499 h 196625"/>
                <a:gd name="connsiteX9" fmla="*/ 82721 w 164912"/>
                <a:gd name="connsiteY9" fmla="*/ 19028 h 196625"/>
                <a:gd name="connsiteX10" fmla="*/ 24843 w 164912"/>
                <a:gd name="connsiteY10" fmla="*/ 92499 h 196625"/>
                <a:gd name="connsiteX11" fmla="*/ 24843 w 164912"/>
                <a:gd name="connsiteY11" fmla="*/ 104127 h 196625"/>
                <a:gd name="connsiteX12" fmla="*/ 82457 w 164912"/>
                <a:gd name="connsiteY12" fmla="*/ 177598 h 196625"/>
                <a:gd name="connsiteX13" fmla="*/ 140335 w 164912"/>
                <a:gd name="connsiteY13" fmla="*/ 104127 h 1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912" h="196625">
                  <a:moveTo>
                    <a:pt x="0" y="104127"/>
                  </a:moveTo>
                  <a:lnTo>
                    <a:pt x="0" y="92499"/>
                  </a:lnTo>
                  <a:cubicBezTo>
                    <a:pt x="0" y="26428"/>
                    <a:pt x="33300" y="0"/>
                    <a:pt x="82721" y="0"/>
                  </a:cubicBezTo>
                  <a:cubicBezTo>
                    <a:pt x="132141" y="0"/>
                    <a:pt x="164913" y="28014"/>
                    <a:pt x="164913" y="92499"/>
                  </a:cubicBezTo>
                  <a:lnTo>
                    <a:pt x="164913" y="104127"/>
                  </a:lnTo>
                  <a:cubicBezTo>
                    <a:pt x="164913" y="170198"/>
                    <a:pt x="131877" y="196626"/>
                    <a:pt x="82192" y="196626"/>
                  </a:cubicBezTo>
                  <a:cubicBezTo>
                    <a:pt x="32507" y="196626"/>
                    <a:pt x="0" y="168612"/>
                    <a:pt x="0" y="104127"/>
                  </a:cubicBezTo>
                  <a:moveTo>
                    <a:pt x="140335" y="104127"/>
                  </a:moveTo>
                  <a:lnTo>
                    <a:pt x="140335" y="92499"/>
                  </a:lnTo>
                  <a:cubicBezTo>
                    <a:pt x="140335" y="35942"/>
                    <a:pt x="116020" y="19028"/>
                    <a:pt x="82721" y="19028"/>
                  </a:cubicBezTo>
                  <a:cubicBezTo>
                    <a:pt x="49421" y="19028"/>
                    <a:pt x="24843" y="35942"/>
                    <a:pt x="24843" y="92499"/>
                  </a:cubicBezTo>
                  <a:lnTo>
                    <a:pt x="24843" y="104127"/>
                  </a:lnTo>
                  <a:cubicBezTo>
                    <a:pt x="24843" y="160684"/>
                    <a:pt x="49157" y="177598"/>
                    <a:pt x="82457" y="177598"/>
                  </a:cubicBezTo>
                  <a:cubicBezTo>
                    <a:pt x="115756" y="177598"/>
                    <a:pt x="140335" y="160684"/>
                    <a:pt x="140335" y="104127"/>
                  </a:cubicBezTo>
                </a:path>
              </a:pathLst>
            </a:custGeom>
            <a:solidFill>
              <a:schemeClr val="accent2"/>
            </a:solidFill>
            <a:ln w="26408"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0A80BDBA-3650-81D9-07C8-155AE51BF75D}"/>
                </a:ext>
              </a:extLst>
            </p:cNvPr>
            <p:cNvSpPr/>
            <p:nvPr/>
          </p:nvSpPr>
          <p:spPr>
            <a:xfrm>
              <a:off x="7421642" y="3869558"/>
              <a:ext cx="148790" cy="191868"/>
            </a:xfrm>
            <a:custGeom>
              <a:avLst/>
              <a:gdLst>
                <a:gd name="connsiteX0" fmla="*/ 0 w 148790"/>
                <a:gd name="connsiteY0" fmla="*/ 0 h 191868"/>
                <a:gd name="connsiteX1" fmla="*/ 24050 w 148790"/>
                <a:gd name="connsiteY1" fmla="*/ 0 h 191868"/>
                <a:gd name="connsiteX2" fmla="*/ 24050 w 148790"/>
                <a:gd name="connsiteY2" fmla="*/ 117341 h 191868"/>
                <a:gd name="connsiteX3" fmla="*/ 74528 w 148790"/>
                <a:gd name="connsiteY3" fmla="*/ 172841 h 191868"/>
                <a:gd name="connsiteX4" fmla="*/ 125006 w 148790"/>
                <a:gd name="connsiteY4" fmla="*/ 117341 h 191868"/>
                <a:gd name="connsiteX5" fmla="*/ 125006 w 148790"/>
                <a:gd name="connsiteY5" fmla="*/ 0 h 191868"/>
                <a:gd name="connsiteX6" fmla="*/ 148791 w 148790"/>
                <a:gd name="connsiteY6" fmla="*/ 0 h 191868"/>
                <a:gd name="connsiteX7" fmla="*/ 148791 w 148790"/>
                <a:gd name="connsiteY7" fmla="*/ 117606 h 191868"/>
                <a:gd name="connsiteX8" fmla="*/ 73471 w 148790"/>
                <a:gd name="connsiteY8" fmla="*/ 191869 h 191868"/>
                <a:gd name="connsiteX9" fmla="*/ 0 w 148790"/>
                <a:gd name="connsiteY9" fmla="*/ 117606 h 191868"/>
                <a:gd name="connsiteX10" fmla="*/ 0 w 148790"/>
                <a:gd name="connsiteY10" fmla="*/ 0 h 1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90" h="191868">
                  <a:moveTo>
                    <a:pt x="0" y="0"/>
                  </a:moveTo>
                  <a:lnTo>
                    <a:pt x="24050" y="0"/>
                  </a:lnTo>
                  <a:lnTo>
                    <a:pt x="24050" y="117341"/>
                  </a:lnTo>
                  <a:cubicBezTo>
                    <a:pt x="24050" y="157776"/>
                    <a:pt x="41492" y="172841"/>
                    <a:pt x="74528" y="172841"/>
                  </a:cubicBezTo>
                  <a:cubicBezTo>
                    <a:pt x="107563" y="172841"/>
                    <a:pt x="125006" y="157776"/>
                    <a:pt x="125006" y="117341"/>
                  </a:cubicBezTo>
                  <a:lnTo>
                    <a:pt x="125006" y="0"/>
                  </a:lnTo>
                  <a:lnTo>
                    <a:pt x="148791" y="0"/>
                  </a:lnTo>
                  <a:lnTo>
                    <a:pt x="148791" y="117606"/>
                  </a:lnTo>
                  <a:cubicBezTo>
                    <a:pt x="148791" y="168876"/>
                    <a:pt x="122363" y="191869"/>
                    <a:pt x="73471" y="191869"/>
                  </a:cubicBezTo>
                  <a:cubicBezTo>
                    <a:pt x="24578" y="191869"/>
                    <a:pt x="0" y="169669"/>
                    <a:pt x="0" y="117606"/>
                  </a:cubicBezTo>
                  <a:lnTo>
                    <a:pt x="0" y="0"/>
                  </a:lnTo>
                  <a:close/>
                </a:path>
              </a:pathLst>
            </a:custGeom>
            <a:solidFill>
              <a:schemeClr val="accent2"/>
            </a:solidFill>
            <a:ln w="26408"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4191FF48-A392-C67B-A3D0-4011FB69699C}"/>
                </a:ext>
              </a:extLst>
            </p:cNvPr>
            <p:cNvSpPr/>
            <p:nvPr/>
          </p:nvSpPr>
          <p:spPr>
            <a:xfrm>
              <a:off x="7612190" y="3869558"/>
              <a:ext cx="130291" cy="186847"/>
            </a:xfrm>
            <a:custGeom>
              <a:avLst/>
              <a:gdLst>
                <a:gd name="connsiteX0" fmla="*/ 0 w 130291"/>
                <a:gd name="connsiteY0" fmla="*/ 186848 h 186847"/>
                <a:gd name="connsiteX1" fmla="*/ 0 w 130291"/>
                <a:gd name="connsiteY1" fmla="*/ 0 h 186847"/>
                <a:gd name="connsiteX2" fmla="*/ 62899 w 130291"/>
                <a:gd name="connsiteY2" fmla="*/ 0 h 186847"/>
                <a:gd name="connsiteX3" fmla="*/ 130292 w 130291"/>
                <a:gd name="connsiteY3" fmla="*/ 57614 h 186847"/>
                <a:gd name="connsiteX4" fmla="*/ 62899 w 130291"/>
                <a:gd name="connsiteY4" fmla="*/ 115227 h 186847"/>
                <a:gd name="connsiteX5" fmla="*/ 22993 w 130291"/>
                <a:gd name="connsiteY5" fmla="*/ 115227 h 186847"/>
                <a:gd name="connsiteX6" fmla="*/ 22993 w 130291"/>
                <a:gd name="connsiteY6" fmla="*/ 186848 h 186847"/>
                <a:gd name="connsiteX7" fmla="*/ 0 w 130291"/>
                <a:gd name="connsiteY7" fmla="*/ 186848 h 186847"/>
                <a:gd name="connsiteX8" fmla="*/ 22993 w 130291"/>
                <a:gd name="connsiteY8" fmla="*/ 18500 h 186847"/>
                <a:gd name="connsiteX9" fmla="*/ 22993 w 130291"/>
                <a:gd name="connsiteY9" fmla="*/ 96992 h 186847"/>
                <a:gd name="connsiteX10" fmla="*/ 62371 w 130291"/>
                <a:gd name="connsiteY10" fmla="*/ 96992 h 186847"/>
                <a:gd name="connsiteX11" fmla="*/ 106506 w 130291"/>
                <a:gd name="connsiteY11" fmla="*/ 57878 h 186847"/>
                <a:gd name="connsiteX12" fmla="*/ 62371 w 130291"/>
                <a:gd name="connsiteY12" fmla="*/ 18500 h 186847"/>
                <a:gd name="connsiteX13" fmla="*/ 22993 w 130291"/>
                <a:gd name="connsiteY13" fmla="*/ 18500 h 18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91" h="186847">
                  <a:moveTo>
                    <a:pt x="0" y="186848"/>
                  </a:moveTo>
                  <a:lnTo>
                    <a:pt x="0" y="0"/>
                  </a:lnTo>
                  <a:lnTo>
                    <a:pt x="62899" y="0"/>
                  </a:lnTo>
                  <a:cubicBezTo>
                    <a:pt x="103335" y="0"/>
                    <a:pt x="130292" y="17178"/>
                    <a:pt x="130292" y="57614"/>
                  </a:cubicBezTo>
                  <a:cubicBezTo>
                    <a:pt x="130292" y="98049"/>
                    <a:pt x="102278" y="115227"/>
                    <a:pt x="62899" y="115227"/>
                  </a:cubicBezTo>
                  <a:lnTo>
                    <a:pt x="22993" y="115227"/>
                  </a:lnTo>
                  <a:lnTo>
                    <a:pt x="22993" y="186848"/>
                  </a:lnTo>
                  <a:lnTo>
                    <a:pt x="0" y="186848"/>
                  </a:lnTo>
                  <a:close/>
                  <a:moveTo>
                    <a:pt x="22993" y="18500"/>
                  </a:moveTo>
                  <a:lnTo>
                    <a:pt x="22993" y="96992"/>
                  </a:lnTo>
                  <a:lnTo>
                    <a:pt x="62371" y="96992"/>
                  </a:lnTo>
                  <a:cubicBezTo>
                    <a:pt x="88006" y="96992"/>
                    <a:pt x="106506" y="88535"/>
                    <a:pt x="106506" y="57878"/>
                  </a:cubicBezTo>
                  <a:cubicBezTo>
                    <a:pt x="106506" y="27221"/>
                    <a:pt x="88006" y="18500"/>
                    <a:pt x="62371" y="18500"/>
                  </a:cubicBezTo>
                  <a:lnTo>
                    <a:pt x="22993" y="18500"/>
                  </a:lnTo>
                  <a:close/>
                </a:path>
              </a:pathLst>
            </a:custGeom>
            <a:solidFill>
              <a:schemeClr val="accent2"/>
            </a:solidFill>
            <a:ln w="26408"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57A6F290-AB1C-47D6-B850-C1A7B6FE2733}"/>
                </a:ext>
              </a:extLst>
            </p:cNvPr>
            <p:cNvSpPr/>
            <p:nvPr/>
          </p:nvSpPr>
          <p:spPr>
            <a:xfrm>
              <a:off x="4755557" y="2821943"/>
              <a:ext cx="335639" cy="415980"/>
            </a:xfrm>
            <a:custGeom>
              <a:avLst/>
              <a:gdLst>
                <a:gd name="connsiteX0" fmla="*/ 0 w 335639"/>
                <a:gd name="connsiteY0" fmla="*/ 0 h 415980"/>
                <a:gd name="connsiteX1" fmla="*/ 66071 w 335639"/>
                <a:gd name="connsiteY1" fmla="*/ 0 h 415980"/>
                <a:gd name="connsiteX2" fmla="*/ 66071 w 335639"/>
                <a:gd name="connsiteY2" fmla="*/ 252125 h 415980"/>
                <a:gd name="connsiteX3" fmla="*/ 168084 w 335639"/>
                <a:gd name="connsiteY3" fmla="*/ 365766 h 415980"/>
                <a:gd name="connsiteX4" fmla="*/ 270097 w 335639"/>
                <a:gd name="connsiteY4" fmla="*/ 252125 h 415980"/>
                <a:gd name="connsiteX5" fmla="*/ 270097 w 335639"/>
                <a:gd name="connsiteY5" fmla="*/ 0 h 415980"/>
                <a:gd name="connsiteX6" fmla="*/ 335639 w 335639"/>
                <a:gd name="connsiteY6" fmla="*/ 0 h 415980"/>
                <a:gd name="connsiteX7" fmla="*/ 335639 w 335639"/>
                <a:gd name="connsiteY7" fmla="*/ 252654 h 415980"/>
                <a:gd name="connsiteX8" fmla="*/ 165970 w 335639"/>
                <a:gd name="connsiteY8" fmla="*/ 415980 h 415980"/>
                <a:gd name="connsiteX9" fmla="*/ 264 w 335639"/>
                <a:gd name="connsiteY9" fmla="*/ 252654 h 415980"/>
                <a:gd name="connsiteX10" fmla="*/ 264 w 335639"/>
                <a:gd name="connsiteY10" fmla="*/ 0 h 4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639" h="415980">
                  <a:moveTo>
                    <a:pt x="0" y="0"/>
                  </a:moveTo>
                  <a:lnTo>
                    <a:pt x="66071" y="0"/>
                  </a:lnTo>
                  <a:lnTo>
                    <a:pt x="66071" y="252125"/>
                  </a:lnTo>
                  <a:cubicBezTo>
                    <a:pt x="66071" y="333260"/>
                    <a:pt x="100163" y="365766"/>
                    <a:pt x="168084" y="365766"/>
                  </a:cubicBezTo>
                  <a:cubicBezTo>
                    <a:pt x="236005" y="365766"/>
                    <a:pt x="270097" y="333260"/>
                    <a:pt x="270097" y="252125"/>
                  </a:cubicBezTo>
                  <a:lnTo>
                    <a:pt x="270097" y="0"/>
                  </a:lnTo>
                  <a:lnTo>
                    <a:pt x="335639" y="0"/>
                  </a:lnTo>
                  <a:lnTo>
                    <a:pt x="335639" y="252654"/>
                  </a:lnTo>
                  <a:cubicBezTo>
                    <a:pt x="335639" y="366824"/>
                    <a:pt x="275383" y="415980"/>
                    <a:pt x="165970" y="415980"/>
                  </a:cubicBezTo>
                  <a:cubicBezTo>
                    <a:pt x="56557" y="415980"/>
                    <a:pt x="264" y="366824"/>
                    <a:pt x="264" y="252654"/>
                  </a:cubicBezTo>
                  <a:lnTo>
                    <a:pt x="264" y="0"/>
                  </a:lnTo>
                  <a:close/>
                </a:path>
              </a:pathLst>
            </a:custGeom>
            <a:solidFill>
              <a:schemeClr val="accent2"/>
            </a:solidFill>
            <a:ln w="26408"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F4AE8DB-7827-1C45-FD75-A5892B636569}"/>
                </a:ext>
              </a:extLst>
            </p:cNvPr>
            <p:cNvSpPr/>
            <p:nvPr/>
          </p:nvSpPr>
          <p:spPr>
            <a:xfrm>
              <a:off x="5164931" y="2919728"/>
              <a:ext cx="256090" cy="307888"/>
            </a:xfrm>
            <a:custGeom>
              <a:avLst/>
              <a:gdLst>
                <a:gd name="connsiteX0" fmla="*/ 0 w 256090"/>
                <a:gd name="connsiteY0" fmla="*/ 307889 h 307888"/>
                <a:gd name="connsiteX1" fmla="*/ 0 w 256090"/>
                <a:gd name="connsiteY1" fmla="*/ 8193 h 307888"/>
                <a:gd name="connsiteX2" fmla="*/ 54971 w 256090"/>
                <a:gd name="connsiteY2" fmla="*/ 8193 h 307888"/>
                <a:gd name="connsiteX3" fmla="*/ 58935 w 256090"/>
                <a:gd name="connsiteY3" fmla="*/ 54442 h 307888"/>
                <a:gd name="connsiteX4" fmla="*/ 152227 w 256090"/>
                <a:gd name="connsiteY4" fmla="*/ 0 h 307888"/>
                <a:gd name="connsiteX5" fmla="*/ 256090 w 256090"/>
                <a:gd name="connsiteY5" fmla="*/ 123948 h 307888"/>
                <a:gd name="connsiteX6" fmla="*/ 256090 w 256090"/>
                <a:gd name="connsiteY6" fmla="*/ 307624 h 307888"/>
                <a:gd name="connsiteX7" fmla="*/ 192398 w 256090"/>
                <a:gd name="connsiteY7" fmla="*/ 307624 h 307888"/>
                <a:gd name="connsiteX8" fmla="*/ 192398 w 256090"/>
                <a:gd name="connsiteY8" fmla="*/ 126855 h 307888"/>
                <a:gd name="connsiteX9" fmla="*/ 135049 w 256090"/>
                <a:gd name="connsiteY9" fmla="*/ 51006 h 307888"/>
                <a:gd name="connsiteX10" fmla="*/ 63692 w 256090"/>
                <a:gd name="connsiteY10" fmla="*/ 139012 h 307888"/>
                <a:gd name="connsiteX11" fmla="*/ 63692 w 256090"/>
                <a:gd name="connsiteY11" fmla="*/ 307624 h 307888"/>
                <a:gd name="connsiteX12" fmla="*/ 0 w 256090"/>
                <a:gd name="connsiteY12"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90" h="307888">
                  <a:moveTo>
                    <a:pt x="0" y="307889"/>
                  </a:moveTo>
                  <a:lnTo>
                    <a:pt x="0" y="8193"/>
                  </a:lnTo>
                  <a:lnTo>
                    <a:pt x="54971" y="8193"/>
                  </a:lnTo>
                  <a:lnTo>
                    <a:pt x="58935" y="54442"/>
                  </a:lnTo>
                  <a:cubicBezTo>
                    <a:pt x="75056" y="16650"/>
                    <a:pt x="106506" y="0"/>
                    <a:pt x="152227" y="0"/>
                  </a:cubicBezTo>
                  <a:cubicBezTo>
                    <a:pt x="220676" y="0"/>
                    <a:pt x="256090" y="37792"/>
                    <a:pt x="256090" y="123948"/>
                  </a:cubicBezTo>
                  <a:lnTo>
                    <a:pt x="256090" y="307624"/>
                  </a:lnTo>
                  <a:lnTo>
                    <a:pt x="192398" y="307624"/>
                  </a:lnTo>
                  <a:lnTo>
                    <a:pt x="192398" y="126855"/>
                  </a:lnTo>
                  <a:cubicBezTo>
                    <a:pt x="192398" y="68978"/>
                    <a:pt x="173898" y="51006"/>
                    <a:pt x="135049" y="51006"/>
                  </a:cubicBezTo>
                  <a:cubicBezTo>
                    <a:pt x="92235" y="51006"/>
                    <a:pt x="63692" y="74263"/>
                    <a:pt x="63692" y="139012"/>
                  </a:cubicBezTo>
                  <a:lnTo>
                    <a:pt x="63692"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BA64F1D1-4AAD-2FF8-62F0-A1A0C4989668}"/>
                </a:ext>
              </a:extLst>
            </p:cNvPr>
            <p:cNvSpPr/>
            <p:nvPr/>
          </p:nvSpPr>
          <p:spPr>
            <a:xfrm>
              <a:off x="5489999"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DC7C4C59-D660-7299-D70C-86AD7B7C0E3B}"/>
                </a:ext>
              </a:extLst>
            </p:cNvPr>
            <p:cNvSpPr/>
            <p:nvPr/>
          </p:nvSpPr>
          <p:spPr>
            <a:xfrm>
              <a:off x="5491056"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7F9A6F63-F928-BB52-D434-DB2F3DAA017A}"/>
                </a:ext>
              </a:extLst>
            </p:cNvPr>
            <p:cNvSpPr/>
            <p:nvPr/>
          </p:nvSpPr>
          <p:spPr>
            <a:xfrm>
              <a:off x="5595976" y="2927921"/>
              <a:ext cx="284104" cy="299695"/>
            </a:xfrm>
            <a:custGeom>
              <a:avLst/>
              <a:gdLst>
                <a:gd name="connsiteX0" fmla="*/ 284104 w 284104"/>
                <a:gd name="connsiteY0" fmla="*/ 0 h 299695"/>
                <a:gd name="connsiteX1" fmla="*/ 175748 w 284104"/>
                <a:gd name="connsiteY1" fmla="*/ 299696 h 299695"/>
                <a:gd name="connsiteX2" fmla="*/ 108356 w 284104"/>
                <a:gd name="connsiteY2" fmla="*/ 299696 h 299695"/>
                <a:gd name="connsiteX3" fmla="*/ 0 w 284104"/>
                <a:gd name="connsiteY3" fmla="*/ 0 h 299695"/>
                <a:gd name="connsiteX4" fmla="*/ 67921 w 284104"/>
                <a:gd name="connsiteY4" fmla="*/ 0 h 299695"/>
                <a:gd name="connsiteX5" fmla="*/ 143241 w 284104"/>
                <a:gd name="connsiteY5" fmla="*/ 237061 h 299695"/>
                <a:gd name="connsiteX6" fmla="*/ 218562 w 284104"/>
                <a:gd name="connsiteY6" fmla="*/ 0 h 299695"/>
                <a:gd name="connsiteX7" fmla="*/ 284104 w 284104"/>
                <a:gd name="connsiteY7" fmla="*/ 0 h 2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104" h="299695">
                  <a:moveTo>
                    <a:pt x="284104" y="0"/>
                  </a:moveTo>
                  <a:lnTo>
                    <a:pt x="175748" y="299696"/>
                  </a:lnTo>
                  <a:lnTo>
                    <a:pt x="108356" y="299696"/>
                  </a:lnTo>
                  <a:lnTo>
                    <a:pt x="0" y="0"/>
                  </a:lnTo>
                  <a:lnTo>
                    <a:pt x="67921" y="0"/>
                  </a:lnTo>
                  <a:lnTo>
                    <a:pt x="143241" y="237061"/>
                  </a:lnTo>
                  <a:lnTo>
                    <a:pt x="218562" y="0"/>
                  </a:lnTo>
                  <a:lnTo>
                    <a:pt x="284104" y="0"/>
                  </a:lnTo>
                  <a:close/>
                </a:path>
              </a:pathLst>
            </a:custGeom>
            <a:solidFill>
              <a:schemeClr val="accent2"/>
            </a:solidFill>
            <a:ln w="26408"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A4964A58-1463-E91D-6075-8E6290C53302}"/>
                </a:ext>
              </a:extLst>
            </p:cNvPr>
            <p:cNvSpPr/>
            <p:nvPr/>
          </p:nvSpPr>
          <p:spPr>
            <a:xfrm>
              <a:off x="5896995" y="2919992"/>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9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6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5" y="255561"/>
                    <a:pt x="247104" y="243932"/>
                  </a:cubicBezTo>
                  <a:lnTo>
                    <a:pt x="256883" y="289653"/>
                  </a:lnTo>
                  <a:cubicBezTo>
                    <a:pt x="227283" y="302339"/>
                    <a:pt x="189226" y="312910"/>
                    <a:pt x="143241" y="312910"/>
                  </a:cubicBezTo>
                  <a:cubicBezTo>
                    <a:pt x="49949" y="312910"/>
                    <a:pt x="0" y="264282"/>
                    <a:pt x="0" y="164648"/>
                  </a:cubicBezTo>
                  <a:lnTo>
                    <a:pt x="0" y="146148"/>
                  </a:lnTo>
                  <a:cubicBezTo>
                    <a:pt x="0" y="47571"/>
                    <a:pt x="54971" y="0"/>
                    <a:pt x="136899" y="0"/>
                  </a:cubicBezTo>
                  <a:cubicBezTo>
                    <a:pt x="218826" y="0"/>
                    <a:pt x="262169" y="47042"/>
                    <a:pt x="262169" y="141391"/>
                  </a:cubicBezTo>
                  <a:lnTo>
                    <a:pt x="262169" y="175483"/>
                  </a:lnTo>
                  <a:close/>
                  <a:moveTo>
                    <a:pt x="64221" y="133198"/>
                  </a:moveTo>
                  <a:lnTo>
                    <a:pt x="200326" y="133198"/>
                  </a:lnTo>
                  <a:cubicBezTo>
                    <a:pt x="198476" y="67128"/>
                    <a:pt x="177862" y="45192"/>
                    <a:pt x="134256" y="45192"/>
                  </a:cubicBezTo>
                  <a:cubicBezTo>
                    <a:pt x="90649"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3FC3F900-0555-6809-3120-9F2ACFCB10B6}"/>
                </a:ext>
              </a:extLst>
            </p:cNvPr>
            <p:cNvSpPr/>
            <p:nvPr/>
          </p:nvSpPr>
          <p:spPr>
            <a:xfrm>
              <a:off x="6217834" y="2923956"/>
              <a:ext cx="179712" cy="303395"/>
            </a:xfrm>
            <a:custGeom>
              <a:avLst/>
              <a:gdLst>
                <a:gd name="connsiteX0" fmla="*/ 169934 w 179712"/>
                <a:gd name="connsiteY0" fmla="*/ 61313 h 303395"/>
                <a:gd name="connsiteX1" fmla="*/ 137427 w 179712"/>
                <a:gd name="connsiteY1" fmla="*/ 54971 h 303395"/>
                <a:gd name="connsiteX2" fmla="*/ 63692 w 179712"/>
                <a:gd name="connsiteY2" fmla="*/ 149319 h 303395"/>
                <a:gd name="connsiteX3" fmla="*/ 63692 w 179712"/>
                <a:gd name="connsiteY3" fmla="*/ 303396 h 303395"/>
                <a:gd name="connsiteX4" fmla="*/ 0 w 179712"/>
                <a:gd name="connsiteY4" fmla="*/ 303396 h 303395"/>
                <a:gd name="connsiteX5" fmla="*/ 0 w 179712"/>
                <a:gd name="connsiteY5" fmla="*/ 3964 h 303395"/>
                <a:gd name="connsiteX6" fmla="*/ 54971 w 179712"/>
                <a:gd name="connsiteY6" fmla="*/ 3964 h 303395"/>
                <a:gd name="connsiteX7" fmla="*/ 59728 w 179712"/>
                <a:gd name="connsiteY7" fmla="*/ 55499 h 303395"/>
                <a:gd name="connsiteX8" fmla="*/ 142713 w 179712"/>
                <a:gd name="connsiteY8" fmla="*/ 0 h 303395"/>
                <a:gd name="connsiteX9" fmla="*/ 179712 w 179712"/>
                <a:gd name="connsiteY9" fmla="*/ 7664 h 303395"/>
                <a:gd name="connsiteX10" fmla="*/ 169934 w 179712"/>
                <a:gd name="connsiteY10" fmla="*/ 61578 h 30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12" h="303395">
                  <a:moveTo>
                    <a:pt x="169934" y="61313"/>
                  </a:moveTo>
                  <a:cubicBezTo>
                    <a:pt x="160684" y="57349"/>
                    <a:pt x="149584" y="54971"/>
                    <a:pt x="137427" y="54971"/>
                  </a:cubicBezTo>
                  <a:cubicBezTo>
                    <a:pt x="96727" y="54971"/>
                    <a:pt x="63692" y="78756"/>
                    <a:pt x="63692" y="149319"/>
                  </a:cubicBezTo>
                  <a:lnTo>
                    <a:pt x="63692" y="303396"/>
                  </a:lnTo>
                  <a:lnTo>
                    <a:pt x="0" y="303396"/>
                  </a:lnTo>
                  <a:lnTo>
                    <a:pt x="0" y="3964"/>
                  </a:lnTo>
                  <a:lnTo>
                    <a:pt x="54971" y="3964"/>
                  </a:lnTo>
                  <a:lnTo>
                    <a:pt x="59728" y="55499"/>
                  </a:lnTo>
                  <a:cubicBezTo>
                    <a:pt x="74792" y="16650"/>
                    <a:pt x="103863" y="0"/>
                    <a:pt x="142713" y="0"/>
                  </a:cubicBezTo>
                  <a:cubicBezTo>
                    <a:pt x="158305" y="0"/>
                    <a:pt x="170462" y="2907"/>
                    <a:pt x="179712" y="7664"/>
                  </a:cubicBezTo>
                  <a:lnTo>
                    <a:pt x="169934" y="61578"/>
                  </a:lnTo>
                  <a:close/>
                </a:path>
              </a:pathLst>
            </a:custGeom>
            <a:solidFill>
              <a:schemeClr val="accent2"/>
            </a:solidFill>
            <a:ln w="26408"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00E556C6-172D-5B72-4538-361465128EEA}"/>
                </a:ext>
              </a:extLst>
            </p:cNvPr>
            <p:cNvSpPr/>
            <p:nvPr/>
          </p:nvSpPr>
          <p:spPr>
            <a:xfrm>
              <a:off x="6414460" y="2922371"/>
              <a:ext cx="232304" cy="310795"/>
            </a:xfrm>
            <a:custGeom>
              <a:avLst/>
              <a:gdLst>
                <a:gd name="connsiteX0" fmla="*/ 9778 w 232304"/>
                <a:gd name="connsiteY0" fmla="*/ 240497 h 310795"/>
                <a:gd name="connsiteX1" fmla="*/ 107034 w 232304"/>
                <a:gd name="connsiteY1" fmla="*/ 263225 h 310795"/>
                <a:gd name="connsiteX2" fmla="*/ 172048 w 232304"/>
                <a:gd name="connsiteY2" fmla="*/ 221997 h 310795"/>
                <a:gd name="connsiteX3" fmla="*/ 112320 w 232304"/>
                <a:gd name="connsiteY3" fmla="*/ 179183 h 310795"/>
                <a:gd name="connsiteX4" fmla="*/ 5021 w 232304"/>
                <a:gd name="connsiteY4" fmla="*/ 90384 h 310795"/>
                <a:gd name="connsiteX5" fmla="*/ 126591 w 232304"/>
                <a:gd name="connsiteY5" fmla="*/ 0 h 310795"/>
                <a:gd name="connsiteX6" fmla="*/ 220940 w 232304"/>
                <a:gd name="connsiteY6" fmla="*/ 19821 h 310795"/>
                <a:gd name="connsiteX7" fmla="*/ 211690 w 232304"/>
                <a:gd name="connsiteY7" fmla="*/ 66071 h 310795"/>
                <a:gd name="connsiteX8" fmla="*/ 128177 w 232304"/>
                <a:gd name="connsiteY8" fmla="*/ 47571 h 310795"/>
                <a:gd name="connsiteX9" fmla="*/ 65542 w 232304"/>
                <a:gd name="connsiteY9" fmla="*/ 85099 h 310795"/>
                <a:gd name="connsiteX10" fmla="*/ 123949 w 232304"/>
                <a:gd name="connsiteY10" fmla="*/ 126327 h 310795"/>
                <a:gd name="connsiteX11" fmla="*/ 232304 w 232304"/>
                <a:gd name="connsiteY11" fmla="*/ 216183 h 310795"/>
                <a:gd name="connsiteX12" fmla="*/ 108356 w 232304"/>
                <a:gd name="connsiteY12" fmla="*/ 310796 h 310795"/>
                <a:gd name="connsiteX13" fmla="*/ 0 w 232304"/>
                <a:gd name="connsiteY13" fmla="*/ 287539 h 310795"/>
                <a:gd name="connsiteX14" fmla="*/ 9250 w 232304"/>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304" h="310795">
                  <a:moveTo>
                    <a:pt x="9778" y="240497"/>
                  </a:moveTo>
                  <a:cubicBezTo>
                    <a:pt x="39907" y="253711"/>
                    <a:pt x="72413" y="263225"/>
                    <a:pt x="107034" y="263225"/>
                  </a:cubicBezTo>
                  <a:cubicBezTo>
                    <a:pt x="156191" y="263225"/>
                    <a:pt x="172048" y="247104"/>
                    <a:pt x="172048" y="221997"/>
                  </a:cubicBezTo>
                  <a:cubicBezTo>
                    <a:pt x="172048" y="196890"/>
                    <a:pt x="156455" y="186583"/>
                    <a:pt x="112320" y="179183"/>
                  </a:cubicBezTo>
                  <a:cubicBezTo>
                    <a:pt x="67656" y="170991"/>
                    <a:pt x="5021" y="163591"/>
                    <a:pt x="5021" y="90384"/>
                  </a:cubicBezTo>
                  <a:cubicBezTo>
                    <a:pt x="5021" y="24314"/>
                    <a:pt x="58406" y="0"/>
                    <a:pt x="126591" y="0"/>
                  </a:cubicBezTo>
                  <a:cubicBezTo>
                    <a:pt x="165441" y="0"/>
                    <a:pt x="196098" y="7400"/>
                    <a:pt x="220940" y="19821"/>
                  </a:cubicBezTo>
                  <a:lnTo>
                    <a:pt x="211690" y="66071"/>
                  </a:lnTo>
                  <a:cubicBezTo>
                    <a:pt x="190284" y="56292"/>
                    <a:pt x="162534" y="47571"/>
                    <a:pt x="128177" y="47571"/>
                  </a:cubicBezTo>
                  <a:cubicBezTo>
                    <a:pt x="85892" y="47571"/>
                    <a:pt x="65542" y="60256"/>
                    <a:pt x="65542" y="85099"/>
                  </a:cubicBezTo>
                  <a:cubicBezTo>
                    <a:pt x="65542" y="107563"/>
                    <a:pt x="79549" y="118663"/>
                    <a:pt x="123949" y="126327"/>
                  </a:cubicBezTo>
                  <a:cubicBezTo>
                    <a:pt x="169141" y="134520"/>
                    <a:pt x="232304" y="142448"/>
                    <a:pt x="232304" y="216183"/>
                  </a:cubicBezTo>
                  <a:cubicBezTo>
                    <a:pt x="232304" y="278289"/>
                    <a:pt x="187112" y="310796"/>
                    <a:pt x="108356" y="310796"/>
                  </a:cubicBezTo>
                  <a:cubicBezTo>
                    <a:pt x="65542" y="310796"/>
                    <a:pt x="28278" y="300225"/>
                    <a:pt x="0" y="287539"/>
                  </a:cubicBezTo>
                  <a:lnTo>
                    <a:pt x="9250" y="240497"/>
                  </a:lnTo>
                  <a:close/>
                </a:path>
              </a:pathLst>
            </a:custGeom>
            <a:solidFill>
              <a:schemeClr val="accent2"/>
            </a:solidFill>
            <a:ln w="26408" cap="flat">
              <a:noFill/>
              <a:prstDash val="solid"/>
              <a:miter/>
            </a:ln>
          </p:spPr>
          <p:txBody>
            <a:bodyPr rtlCol="0" anchor="ctr"/>
            <a:lstStyle/>
            <a:p>
              <a:endParaRPr lang="es-ES" sz="1092"/>
            </a:p>
          </p:txBody>
        </p:sp>
        <p:sp>
          <p:nvSpPr>
            <p:cNvPr id="50" name="Forma libre: forma 49">
              <a:extLst>
                <a:ext uri="{FF2B5EF4-FFF2-40B4-BE49-F238E27FC236}">
                  <a16:creationId xmlns:a16="http://schemas.microsoft.com/office/drawing/2014/main" id="{B323489B-9F15-61AB-61D2-8E656A17DA74}"/>
                </a:ext>
              </a:extLst>
            </p:cNvPr>
            <p:cNvSpPr/>
            <p:nvPr/>
          </p:nvSpPr>
          <p:spPr>
            <a:xfrm>
              <a:off x="6697243" y="2821943"/>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1" name="Forma libre: forma 50">
              <a:extLst>
                <a:ext uri="{FF2B5EF4-FFF2-40B4-BE49-F238E27FC236}">
                  <a16:creationId xmlns:a16="http://schemas.microsoft.com/office/drawing/2014/main" id="{64B4C61B-55C2-A113-08BC-FBB69E2EDBA2}"/>
                </a:ext>
              </a:extLst>
            </p:cNvPr>
            <p:cNvSpPr/>
            <p:nvPr/>
          </p:nvSpPr>
          <p:spPr>
            <a:xfrm>
              <a:off x="6698564" y="2927921"/>
              <a:ext cx="63692" cy="299695"/>
            </a:xfrm>
            <a:custGeom>
              <a:avLst/>
              <a:gdLst>
                <a:gd name="connsiteX0" fmla="*/ 0 w 63692"/>
                <a:gd name="connsiteY0" fmla="*/ 0 h 299695"/>
                <a:gd name="connsiteX1" fmla="*/ 63692 w 63692"/>
                <a:gd name="connsiteY1" fmla="*/ 0 h 299695"/>
                <a:gd name="connsiteX2" fmla="*/ 63692 w 63692"/>
                <a:gd name="connsiteY2" fmla="*/ 299696 h 299695"/>
                <a:gd name="connsiteX3" fmla="*/ 0 w 63692"/>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3692" h="299695">
                  <a:moveTo>
                    <a:pt x="0" y="0"/>
                  </a:moveTo>
                  <a:lnTo>
                    <a:pt x="63692" y="0"/>
                  </a:lnTo>
                  <a:lnTo>
                    <a:pt x="63692"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52" name="Forma libre: forma 51">
              <a:extLst>
                <a:ext uri="{FF2B5EF4-FFF2-40B4-BE49-F238E27FC236}">
                  <a16:creationId xmlns:a16="http://schemas.microsoft.com/office/drawing/2014/main" id="{0034E122-92A8-4E41-1613-A3E26079471A}"/>
                </a:ext>
              </a:extLst>
            </p:cNvPr>
            <p:cNvSpPr/>
            <p:nvPr/>
          </p:nvSpPr>
          <p:spPr>
            <a:xfrm>
              <a:off x="6819606" y="2821943"/>
              <a:ext cx="275911" cy="413601"/>
            </a:xfrm>
            <a:custGeom>
              <a:avLst/>
              <a:gdLst>
                <a:gd name="connsiteX0" fmla="*/ 0 w 275911"/>
                <a:gd name="connsiteY0" fmla="*/ 266132 h 413601"/>
                <a:gd name="connsiteX1" fmla="*/ 0 w 275911"/>
                <a:gd name="connsiteY1" fmla="*/ 247104 h 413601"/>
                <a:gd name="connsiteX2" fmla="*/ 123949 w 275911"/>
                <a:gd name="connsiteY2" fmla="*/ 98049 h 413601"/>
                <a:gd name="connsiteX3" fmla="*/ 212747 w 275911"/>
                <a:gd name="connsiteY3" fmla="*/ 144562 h 413601"/>
                <a:gd name="connsiteX4" fmla="*/ 212747 w 275911"/>
                <a:gd name="connsiteY4" fmla="*/ 0 h 413601"/>
                <a:gd name="connsiteX5" fmla="*/ 275911 w 275911"/>
                <a:gd name="connsiteY5" fmla="*/ 0 h 413601"/>
                <a:gd name="connsiteX6" fmla="*/ 275911 w 275911"/>
                <a:gd name="connsiteY6" fmla="*/ 405673 h 413601"/>
                <a:gd name="connsiteX7" fmla="*/ 220412 w 275911"/>
                <a:gd name="connsiteY7" fmla="*/ 405673 h 413601"/>
                <a:gd name="connsiteX8" fmla="*/ 216976 w 275911"/>
                <a:gd name="connsiteY8" fmla="*/ 358102 h 413601"/>
                <a:gd name="connsiteX9" fmla="*/ 120777 w 275911"/>
                <a:gd name="connsiteY9" fmla="*/ 413602 h 413601"/>
                <a:gd name="connsiteX10" fmla="*/ 264 w 275911"/>
                <a:gd name="connsiteY10" fmla="*/ 265868 h 413601"/>
                <a:gd name="connsiteX11" fmla="*/ 213012 w 275911"/>
                <a:gd name="connsiteY11" fmla="*/ 264018 h 413601"/>
                <a:gd name="connsiteX12" fmla="*/ 213012 w 275911"/>
                <a:gd name="connsiteY12" fmla="*/ 246047 h 413601"/>
                <a:gd name="connsiteX13" fmla="*/ 138749 w 275911"/>
                <a:gd name="connsiteY13" fmla="*/ 146412 h 413601"/>
                <a:gd name="connsiteX14" fmla="*/ 65013 w 275911"/>
                <a:gd name="connsiteY14" fmla="*/ 246047 h 413601"/>
                <a:gd name="connsiteX15" fmla="*/ 65013 w 275911"/>
                <a:gd name="connsiteY15" fmla="*/ 264018 h 413601"/>
                <a:gd name="connsiteX16" fmla="*/ 139277 w 275911"/>
                <a:gd name="connsiteY16" fmla="*/ 362595 h 413601"/>
                <a:gd name="connsiteX17" fmla="*/ 213012 w 275911"/>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1" h="413601">
                  <a:moveTo>
                    <a:pt x="0" y="266132"/>
                  </a:moveTo>
                  <a:lnTo>
                    <a:pt x="0" y="247104"/>
                  </a:lnTo>
                  <a:cubicBezTo>
                    <a:pt x="0" y="147998"/>
                    <a:pt x="49949" y="98049"/>
                    <a:pt x="123949"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3" name="Forma libre: forma 52">
              <a:extLst>
                <a:ext uri="{FF2B5EF4-FFF2-40B4-BE49-F238E27FC236}">
                  <a16:creationId xmlns:a16="http://schemas.microsoft.com/office/drawing/2014/main" id="{31AE88EE-0914-5A9F-1B1D-56C9BCC8A663}"/>
                </a:ext>
              </a:extLst>
            </p:cNvPr>
            <p:cNvSpPr/>
            <p:nvPr/>
          </p:nvSpPr>
          <p:spPr>
            <a:xfrm>
              <a:off x="7152338" y="2922635"/>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2 w 252125"/>
                <a:gd name="connsiteY3" fmla="*/ 313174 h 313174"/>
                <a:gd name="connsiteX4" fmla="*/ 0 w 252125"/>
                <a:gd name="connsiteY4" fmla="*/ 221733 h 313174"/>
                <a:gd name="connsiteX5" fmla="*/ 135049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50 w 252125"/>
                <a:gd name="connsiteY9" fmla="*/ 71092 h 313174"/>
                <a:gd name="connsiteX10" fmla="*/ 19028 w 252125"/>
                <a:gd name="connsiteY10" fmla="*/ 24843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3" y="313174"/>
                    <a:pt x="102542" y="313174"/>
                  </a:cubicBezTo>
                  <a:cubicBezTo>
                    <a:pt x="48099" y="313174"/>
                    <a:pt x="0" y="290446"/>
                    <a:pt x="0" y="221733"/>
                  </a:cubicBezTo>
                  <a:cubicBezTo>
                    <a:pt x="0" y="167291"/>
                    <a:pt x="27221" y="124477"/>
                    <a:pt x="135049" y="124477"/>
                  </a:cubicBezTo>
                  <a:cubicBezTo>
                    <a:pt x="154077" y="124477"/>
                    <a:pt x="172841" y="125534"/>
                    <a:pt x="188962" y="127384"/>
                  </a:cubicBezTo>
                  <a:lnTo>
                    <a:pt x="188962" y="112848"/>
                  </a:lnTo>
                  <a:cubicBezTo>
                    <a:pt x="188962" y="68185"/>
                    <a:pt x="166234" y="47835"/>
                    <a:pt x="120513" y="47835"/>
                  </a:cubicBezTo>
                  <a:cubicBezTo>
                    <a:pt x="89063" y="47835"/>
                    <a:pt x="55500" y="57085"/>
                    <a:pt x="27750" y="71092"/>
                  </a:cubicBezTo>
                  <a:lnTo>
                    <a:pt x="19028" y="24843"/>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sp>
          <p:nvSpPr>
            <p:cNvPr id="54" name="Forma libre: forma 53">
              <a:extLst>
                <a:ext uri="{FF2B5EF4-FFF2-40B4-BE49-F238E27FC236}">
                  <a16:creationId xmlns:a16="http://schemas.microsoft.com/office/drawing/2014/main" id="{333DA957-EA0B-35D4-299D-72B16D85361C}"/>
                </a:ext>
              </a:extLst>
            </p:cNvPr>
            <p:cNvSpPr/>
            <p:nvPr/>
          </p:nvSpPr>
          <p:spPr>
            <a:xfrm>
              <a:off x="7458906" y="2821943"/>
              <a:ext cx="275910" cy="413601"/>
            </a:xfrm>
            <a:custGeom>
              <a:avLst/>
              <a:gdLst>
                <a:gd name="connsiteX0" fmla="*/ 0 w 275910"/>
                <a:gd name="connsiteY0" fmla="*/ 266132 h 413601"/>
                <a:gd name="connsiteX1" fmla="*/ 0 w 275910"/>
                <a:gd name="connsiteY1" fmla="*/ 247104 h 413601"/>
                <a:gd name="connsiteX2" fmla="*/ 123948 w 275910"/>
                <a:gd name="connsiteY2" fmla="*/ 98049 h 413601"/>
                <a:gd name="connsiteX3" fmla="*/ 212747 w 275910"/>
                <a:gd name="connsiteY3" fmla="*/ 144562 h 413601"/>
                <a:gd name="connsiteX4" fmla="*/ 212747 w 275910"/>
                <a:gd name="connsiteY4" fmla="*/ 0 h 413601"/>
                <a:gd name="connsiteX5" fmla="*/ 275911 w 275910"/>
                <a:gd name="connsiteY5" fmla="*/ 0 h 413601"/>
                <a:gd name="connsiteX6" fmla="*/ 275911 w 275910"/>
                <a:gd name="connsiteY6" fmla="*/ 405673 h 413601"/>
                <a:gd name="connsiteX7" fmla="*/ 220412 w 275910"/>
                <a:gd name="connsiteY7" fmla="*/ 405673 h 413601"/>
                <a:gd name="connsiteX8" fmla="*/ 216976 w 275910"/>
                <a:gd name="connsiteY8" fmla="*/ 358102 h 413601"/>
                <a:gd name="connsiteX9" fmla="*/ 120777 w 275910"/>
                <a:gd name="connsiteY9" fmla="*/ 413602 h 413601"/>
                <a:gd name="connsiteX10" fmla="*/ 264 w 275910"/>
                <a:gd name="connsiteY10" fmla="*/ 265868 h 413601"/>
                <a:gd name="connsiteX11" fmla="*/ 213012 w 275910"/>
                <a:gd name="connsiteY11" fmla="*/ 264018 h 413601"/>
                <a:gd name="connsiteX12" fmla="*/ 213012 w 275910"/>
                <a:gd name="connsiteY12" fmla="*/ 246047 h 413601"/>
                <a:gd name="connsiteX13" fmla="*/ 138749 w 275910"/>
                <a:gd name="connsiteY13" fmla="*/ 146412 h 413601"/>
                <a:gd name="connsiteX14" fmla="*/ 65013 w 275910"/>
                <a:gd name="connsiteY14" fmla="*/ 246047 h 413601"/>
                <a:gd name="connsiteX15" fmla="*/ 65013 w 275910"/>
                <a:gd name="connsiteY15" fmla="*/ 264018 h 413601"/>
                <a:gd name="connsiteX16" fmla="*/ 139277 w 275910"/>
                <a:gd name="connsiteY16" fmla="*/ 362595 h 413601"/>
                <a:gd name="connsiteX17" fmla="*/ 213012 w 275910"/>
                <a:gd name="connsiteY17" fmla="*/ 264018 h 413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910" h="413601">
                  <a:moveTo>
                    <a:pt x="0" y="266132"/>
                  </a:moveTo>
                  <a:lnTo>
                    <a:pt x="0" y="247104"/>
                  </a:lnTo>
                  <a:cubicBezTo>
                    <a:pt x="0" y="147998"/>
                    <a:pt x="49949" y="98049"/>
                    <a:pt x="123948" y="98049"/>
                  </a:cubicBezTo>
                  <a:cubicBezTo>
                    <a:pt x="169141" y="98049"/>
                    <a:pt x="197419" y="116548"/>
                    <a:pt x="212747" y="144562"/>
                  </a:cubicBezTo>
                  <a:lnTo>
                    <a:pt x="212747" y="0"/>
                  </a:lnTo>
                  <a:lnTo>
                    <a:pt x="275911" y="0"/>
                  </a:lnTo>
                  <a:lnTo>
                    <a:pt x="275911" y="405673"/>
                  </a:lnTo>
                  <a:lnTo>
                    <a:pt x="220412" y="405673"/>
                  </a:lnTo>
                  <a:lnTo>
                    <a:pt x="216976" y="358102"/>
                  </a:lnTo>
                  <a:cubicBezTo>
                    <a:pt x="200855" y="391666"/>
                    <a:pt x="171255" y="413602"/>
                    <a:pt x="120777" y="413602"/>
                  </a:cubicBezTo>
                  <a:cubicBezTo>
                    <a:pt x="47042" y="413602"/>
                    <a:pt x="264" y="364974"/>
                    <a:pt x="264" y="265868"/>
                  </a:cubicBezTo>
                  <a:moveTo>
                    <a:pt x="213012" y="264018"/>
                  </a:moveTo>
                  <a:lnTo>
                    <a:pt x="213012" y="246047"/>
                  </a:lnTo>
                  <a:cubicBezTo>
                    <a:pt x="213012" y="172576"/>
                    <a:pt x="183412" y="146412"/>
                    <a:pt x="138749" y="146412"/>
                  </a:cubicBezTo>
                  <a:cubicBezTo>
                    <a:pt x="94085" y="146412"/>
                    <a:pt x="65013" y="172576"/>
                    <a:pt x="65013" y="246047"/>
                  </a:cubicBezTo>
                  <a:lnTo>
                    <a:pt x="65013" y="264018"/>
                  </a:lnTo>
                  <a:cubicBezTo>
                    <a:pt x="65013" y="336431"/>
                    <a:pt x="94613" y="362595"/>
                    <a:pt x="139277" y="362595"/>
                  </a:cubicBezTo>
                  <a:cubicBezTo>
                    <a:pt x="183941" y="362595"/>
                    <a:pt x="213012" y="336431"/>
                    <a:pt x="213012" y="264018"/>
                  </a:cubicBezTo>
                </a:path>
              </a:pathLst>
            </a:custGeom>
            <a:solidFill>
              <a:schemeClr val="accent2"/>
            </a:solidFill>
            <a:ln w="26408" cap="flat">
              <a:noFill/>
              <a:prstDash val="solid"/>
              <a:miter/>
            </a:ln>
          </p:spPr>
          <p:txBody>
            <a:bodyPr rtlCol="0" anchor="ctr"/>
            <a:lstStyle/>
            <a:p>
              <a:endParaRPr lang="es-ES" sz="1092"/>
            </a:p>
          </p:txBody>
        </p:sp>
        <p:sp>
          <p:nvSpPr>
            <p:cNvPr id="55" name="Forma libre: forma 54">
              <a:extLst>
                <a:ext uri="{FF2B5EF4-FFF2-40B4-BE49-F238E27FC236}">
                  <a16:creationId xmlns:a16="http://schemas.microsoft.com/office/drawing/2014/main" id="{E22C1B5B-757C-7EDD-E272-8415FEF1987C}"/>
                </a:ext>
              </a:extLst>
            </p:cNvPr>
            <p:cNvSpPr/>
            <p:nvPr/>
          </p:nvSpPr>
          <p:spPr>
            <a:xfrm>
              <a:off x="4745250" y="3324608"/>
              <a:ext cx="319782" cy="419415"/>
            </a:xfrm>
            <a:custGeom>
              <a:avLst/>
              <a:gdLst>
                <a:gd name="connsiteX0" fmla="*/ 0 w 319782"/>
                <a:gd name="connsiteY0" fmla="*/ 226754 h 419415"/>
                <a:gd name="connsiteX1" fmla="*/ 0 w 319782"/>
                <a:gd name="connsiteY1" fmla="*/ 203497 h 419415"/>
                <a:gd name="connsiteX2" fmla="*/ 195569 w 319782"/>
                <a:gd name="connsiteY2" fmla="*/ 0 h 419415"/>
                <a:gd name="connsiteX3" fmla="*/ 312647 w 319782"/>
                <a:gd name="connsiteY3" fmla="*/ 24314 h 419415"/>
                <a:gd name="connsiteX4" fmla="*/ 303132 w 319782"/>
                <a:gd name="connsiteY4" fmla="*/ 72942 h 419415"/>
                <a:gd name="connsiteX5" fmla="*/ 200855 w 319782"/>
                <a:gd name="connsiteY5" fmla="*/ 50214 h 419415"/>
                <a:gd name="connsiteX6" fmla="*/ 69771 w 319782"/>
                <a:gd name="connsiteY6" fmla="*/ 204290 h 419415"/>
                <a:gd name="connsiteX7" fmla="*/ 69771 w 319782"/>
                <a:gd name="connsiteY7" fmla="*/ 225697 h 419415"/>
                <a:gd name="connsiteX8" fmla="*/ 200326 w 319782"/>
                <a:gd name="connsiteY8" fmla="*/ 368938 h 419415"/>
                <a:gd name="connsiteX9" fmla="*/ 310268 w 319782"/>
                <a:gd name="connsiteY9" fmla="*/ 344095 h 419415"/>
                <a:gd name="connsiteX10" fmla="*/ 319782 w 319782"/>
                <a:gd name="connsiteY10" fmla="*/ 392723 h 419415"/>
                <a:gd name="connsiteX11" fmla="*/ 191076 w 319782"/>
                <a:gd name="connsiteY11" fmla="*/ 419416 h 419415"/>
                <a:gd name="connsiteX12" fmla="*/ 264 w 319782"/>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782" h="419415">
                  <a:moveTo>
                    <a:pt x="0" y="226754"/>
                  </a:moveTo>
                  <a:lnTo>
                    <a:pt x="0" y="203497"/>
                  </a:lnTo>
                  <a:cubicBezTo>
                    <a:pt x="0" y="71356"/>
                    <a:pt x="76113" y="0"/>
                    <a:pt x="195569" y="0"/>
                  </a:cubicBezTo>
                  <a:cubicBezTo>
                    <a:pt x="247105" y="0"/>
                    <a:pt x="284104" y="10307"/>
                    <a:pt x="312647" y="24314"/>
                  </a:cubicBezTo>
                  <a:lnTo>
                    <a:pt x="303132" y="72942"/>
                  </a:lnTo>
                  <a:cubicBezTo>
                    <a:pt x="275383" y="58935"/>
                    <a:pt x="242347" y="50214"/>
                    <a:pt x="200855" y="50214"/>
                  </a:cubicBezTo>
                  <a:cubicBezTo>
                    <a:pt x="121570" y="50214"/>
                    <a:pt x="69771" y="98842"/>
                    <a:pt x="69771" y="204290"/>
                  </a:cubicBezTo>
                  <a:lnTo>
                    <a:pt x="69771" y="225697"/>
                  </a:lnTo>
                  <a:cubicBezTo>
                    <a:pt x="69771" y="322953"/>
                    <a:pt x="119984" y="368938"/>
                    <a:pt x="200326" y="368938"/>
                  </a:cubicBezTo>
                  <a:cubicBezTo>
                    <a:pt x="245783" y="368938"/>
                    <a:pt x="278818" y="357838"/>
                    <a:pt x="310268" y="344095"/>
                  </a:cubicBezTo>
                  <a:lnTo>
                    <a:pt x="319782" y="392723"/>
                  </a:lnTo>
                  <a:cubicBezTo>
                    <a:pt x="289654" y="408844"/>
                    <a:pt x="247105" y="419416"/>
                    <a:pt x="191076" y="419416"/>
                  </a:cubicBezTo>
                  <a:cubicBezTo>
                    <a:pt x="72414"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56" name="Forma libre: forma 55">
              <a:extLst>
                <a:ext uri="{FF2B5EF4-FFF2-40B4-BE49-F238E27FC236}">
                  <a16:creationId xmlns:a16="http://schemas.microsoft.com/office/drawing/2014/main" id="{2C07981E-CF2E-5BEE-EB32-E83D0FE790C6}"/>
                </a:ext>
              </a:extLst>
            </p:cNvPr>
            <p:cNvSpPr/>
            <p:nvPr/>
          </p:nvSpPr>
          <p:spPr>
            <a:xfrm>
              <a:off x="5099125" y="3429792"/>
              <a:ext cx="256882" cy="313174"/>
            </a:xfrm>
            <a:custGeom>
              <a:avLst/>
              <a:gdLst>
                <a:gd name="connsiteX0" fmla="*/ 256883 w 256882"/>
                <a:gd name="connsiteY0" fmla="*/ 304982 h 313174"/>
                <a:gd name="connsiteX1" fmla="*/ 199005 w 256882"/>
                <a:gd name="connsiteY1" fmla="*/ 304982 h 313174"/>
                <a:gd name="connsiteX2" fmla="*/ 196098 w 256882"/>
                <a:gd name="connsiteY2" fmla="*/ 267982 h 313174"/>
                <a:gd name="connsiteX3" fmla="*/ 104656 w 256882"/>
                <a:gd name="connsiteY3" fmla="*/ 313174 h 313174"/>
                <a:gd name="connsiteX4" fmla="*/ 0 w 256882"/>
                <a:gd name="connsiteY4" fmla="*/ 221733 h 313174"/>
                <a:gd name="connsiteX5" fmla="*/ 137691 w 256882"/>
                <a:gd name="connsiteY5" fmla="*/ 124477 h 313174"/>
                <a:gd name="connsiteX6" fmla="*/ 192662 w 256882"/>
                <a:gd name="connsiteY6" fmla="*/ 127384 h 313174"/>
                <a:gd name="connsiteX7" fmla="*/ 192662 w 256882"/>
                <a:gd name="connsiteY7" fmla="*/ 112848 h 313174"/>
                <a:gd name="connsiteX8" fmla="*/ 122892 w 256882"/>
                <a:gd name="connsiteY8" fmla="*/ 47835 h 313174"/>
                <a:gd name="connsiteX9" fmla="*/ 28278 w 256882"/>
                <a:gd name="connsiteY9" fmla="*/ 71092 h 313174"/>
                <a:gd name="connsiteX10" fmla="*/ 19557 w 256882"/>
                <a:gd name="connsiteY10" fmla="*/ 24842 h 313174"/>
                <a:gd name="connsiteX11" fmla="*/ 131084 w 256882"/>
                <a:gd name="connsiteY11" fmla="*/ 0 h 313174"/>
                <a:gd name="connsiteX12" fmla="*/ 256883 w 256882"/>
                <a:gd name="connsiteY12" fmla="*/ 114170 h 313174"/>
                <a:gd name="connsiteX13" fmla="*/ 256883 w 256882"/>
                <a:gd name="connsiteY13" fmla="*/ 305510 h 313174"/>
                <a:gd name="connsiteX14" fmla="*/ 119192 w 256882"/>
                <a:gd name="connsiteY14" fmla="*/ 267189 h 313174"/>
                <a:gd name="connsiteX15" fmla="*/ 192398 w 256882"/>
                <a:gd name="connsiteY15" fmla="*/ 197683 h 313174"/>
                <a:gd name="connsiteX16" fmla="*/ 192398 w 256882"/>
                <a:gd name="connsiteY16" fmla="*/ 168083 h 313174"/>
                <a:gd name="connsiteX17" fmla="*/ 141656 w 256882"/>
                <a:gd name="connsiteY17" fmla="*/ 165705 h 313174"/>
                <a:gd name="connsiteX18" fmla="*/ 64749 w 256882"/>
                <a:gd name="connsiteY18" fmla="*/ 217768 h 313174"/>
                <a:gd name="connsiteX19" fmla="*/ 119192 w 256882"/>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882" h="313174">
                  <a:moveTo>
                    <a:pt x="256883" y="304982"/>
                  </a:moveTo>
                  <a:lnTo>
                    <a:pt x="199005" y="304982"/>
                  </a:lnTo>
                  <a:lnTo>
                    <a:pt x="196098" y="267982"/>
                  </a:lnTo>
                  <a:cubicBezTo>
                    <a:pt x="181298" y="295732"/>
                    <a:pt x="151170" y="313174"/>
                    <a:pt x="104656" y="313174"/>
                  </a:cubicBezTo>
                  <a:cubicBezTo>
                    <a:pt x="49157" y="313174"/>
                    <a:pt x="0" y="290446"/>
                    <a:pt x="0" y="221733"/>
                  </a:cubicBezTo>
                  <a:cubicBezTo>
                    <a:pt x="0" y="167291"/>
                    <a:pt x="27750" y="124477"/>
                    <a:pt x="137691" y="124477"/>
                  </a:cubicBezTo>
                  <a:cubicBezTo>
                    <a:pt x="157248" y="124477"/>
                    <a:pt x="176012" y="125534"/>
                    <a:pt x="192662" y="127384"/>
                  </a:cubicBezTo>
                  <a:lnTo>
                    <a:pt x="192662" y="112848"/>
                  </a:lnTo>
                  <a:cubicBezTo>
                    <a:pt x="192662" y="68185"/>
                    <a:pt x="169670" y="47835"/>
                    <a:pt x="122892" y="47835"/>
                  </a:cubicBezTo>
                  <a:cubicBezTo>
                    <a:pt x="90913" y="47835"/>
                    <a:pt x="56821" y="57085"/>
                    <a:pt x="28278" y="71092"/>
                  </a:cubicBezTo>
                  <a:lnTo>
                    <a:pt x="19557" y="24842"/>
                  </a:lnTo>
                  <a:cubicBezTo>
                    <a:pt x="44928" y="12157"/>
                    <a:pt x="85099" y="0"/>
                    <a:pt x="131084" y="0"/>
                  </a:cubicBezTo>
                  <a:cubicBezTo>
                    <a:pt x="216712" y="0"/>
                    <a:pt x="256883" y="39907"/>
                    <a:pt x="256883" y="114170"/>
                  </a:cubicBezTo>
                  <a:lnTo>
                    <a:pt x="256883" y="305510"/>
                  </a:lnTo>
                  <a:close/>
                  <a:moveTo>
                    <a:pt x="119192" y="267189"/>
                  </a:moveTo>
                  <a:cubicBezTo>
                    <a:pt x="161741" y="267189"/>
                    <a:pt x="192398" y="247368"/>
                    <a:pt x="192398" y="197683"/>
                  </a:cubicBezTo>
                  <a:lnTo>
                    <a:pt x="192398" y="168083"/>
                  </a:lnTo>
                  <a:cubicBezTo>
                    <a:pt x="175220" y="166233"/>
                    <a:pt x="158834" y="165705"/>
                    <a:pt x="141656" y="165705"/>
                  </a:cubicBezTo>
                  <a:cubicBezTo>
                    <a:pt x="80870" y="165705"/>
                    <a:pt x="64749" y="185526"/>
                    <a:pt x="64749" y="217768"/>
                  </a:cubicBezTo>
                  <a:cubicBezTo>
                    <a:pt x="64749" y="254768"/>
                    <a:pt x="85363" y="266925"/>
                    <a:pt x="119192" y="266925"/>
                  </a:cubicBezTo>
                </a:path>
              </a:pathLst>
            </a:custGeom>
            <a:solidFill>
              <a:schemeClr val="accent2"/>
            </a:solidFill>
            <a:ln w="26408" cap="flat">
              <a:noFill/>
              <a:prstDash val="solid"/>
              <a:miter/>
            </a:ln>
          </p:spPr>
          <p:txBody>
            <a:bodyPr rtlCol="0" anchor="ctr"/>
            <a:lstStyle/>
            <a:p>
              <a:endParaRPr lang="es-ES" sz="1092"/>
            </a:p>
          </p:txBody>
        </p:sp>
        <p:sp>
          <p:nvSpPr>
            <p:cNvPr id="57" name="Forma libre: forma 56">
              <a:extLst>
                <a:ext uri="{FF2B5EF4-FFF2-40B4-BE49-F238E27FC236}">
                  <a16:creationId xmlns:a16="http://schemas.microsoft.com/office/drawing/2014/main" id="{01FE2BC4-C44E-A58E-14A9-6F7522F74D23}"/>
                </a:ext>
              </a:extLst>
            </p:cNvPr>
            <p:cNvSpPr/>
            <p:nvPr/>
          </p:nvSpPr>
          <p:spPr>
            <a:xfrm>
              <a:off x="5419171" y="3426885"/>
              <a:ext cx="442409" cy="307888"/>
            </a:xfrm>
            <a:custGeom>
              <a:avLst/>
              <a:gdLst>
                <a:gd name="connsiteX0" fmla="*/ 529 w 442409"/>
                <a:gd name="connsiteY0" fmla="*/ 307889 h 307888"/>
                <a:gd name="connsiteX1" fmla="*/ 529 w 442409"/>
                <a:gd name="connsiteY1" fmla="*/ 8193 h 307888"/>
                <a:gd name="connsiteX2" fmla="*/ 56557 w 442409"/>
                <a:gd name="connsiteY2" fmla="*/ 8193 h 307888"/>
                <a:gd name="connsiteX3" fmla="*/ 60785 w 442409"/>
                <a:gd name="connsiteY3" fmla="*/ 53385 h 307888"/>
                <a:gd name="connsiteX4" fmla="*/ 153020 w 442409"/>
                <a:gd name="connsiteY4" fmla="*/ 0 h 307888"/>
                <a:gd name="connsiteX5" fmla="*/ 242876 w 442409"/>
                <a:gd name="connsiteY5" fmla="*/ 58406 h 307888"/>
                <a:gd name="connsiteX6" fmla="*/ 341453 w 442409"/>
                <a:gd name="connsiteY6" fmla="*/ 0 h 307888"/>
                <a:gd name="connsiteX7" fmla="*/ 442409 w 442409"/>
                <a:gd name="connsiteY7" fmla="*/ 123948 h 307888"/>
                <a:gd name="connsiteX8" fmla="*/ 442409 w 442409"/>
                <a:gd name="connsiteY8" fmla="*/ 307624 h 307888"/>
                <a:gd name="connsiteX9" fmla="*/ 377925 w 442409"/>
                <a:gd name="connsiteY9" fmla="*/ 307624 h 307888"/>
                <a:gd name="connsiteX10" fmla="*/ 377925 w 442409"/>
                <a:gd name="connsiteY10" fmla="*/ 126855 h 307888"/>
                <a:gd name="connsiteX11" fmla="*/ 323482 w 442409"/>
                <a:gd name="connsiteY11" fmla="*/ 51006 h 307888"/>
                <a:gd name="connsiteX12" fmla="*/ 253711 w 442409"/>
                <a:gd name="connsiteY12" fmla="*/ 139012 h 307888"/>
                <a:gd name="connsiteX13" fmla="*/ 253711 w 442409"/>
                <a:gd name="connsiteY13" fmla="*/ 307624 h 307888"/>
                <a:gd name="connsiteX14" fmla="*/ 188698 w 442409"/>
                <a:gd name="connsiteY14" fmla="*/ 307624 h 307888"/>
                <a:gd name="connsiteX15" fmla="*/ 188698 w 442409"/>
                <a:gd name="connsiteY15" fmla="*/ 126855 h 307888"/>
                <a:gd name="connsiteX16" fmla="*/ 134256 w 442409"/>
                <a:gd name="connsiteY16" fmla="*/ 51006 h 307888"/>
                <a:gd name="connsiteX17" fmla="*/ 65014 w 442409"/>
                <a:gd name="connsiteY17" fmla="*/ 139012 h 307888"/>
                <a:gd name="connsiteX18" fmla="*/ 65014 w 442409"/>
                <a:gd name="connsiteY18" fmla="*/ 307624 h 307888"/>
                <a:gd name="connsiteX19" fmla="*/ 0 w 442409"/>
                <a:gd name="connsiteY19" fmla="*/ 307624 h 30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2409" h="307888">
                  <a:moveTo>
                    <a:pt x="529" y="307889"/>
                  </a:moveTo>
                  <a:lnTo>
                    <a:pt x="529" y="8193"/>
                  </a:lnTo>
                  <a:lnTo>
                    <a:pt x="56557" y="8193"/>
                  </a:lnTo>
                  <a:lnTo>
                    <a:pt x="60785" y="53385"/>
                  </a:lnTo>
                  <a:cubicBezTo>
                    <a:pt x="76642" y="16386"/>
                    <a:pt x="108092" y="0"/>
                    <a:pt x="153020" y="0"/>
                  </a:cubicBezTo>
                  <a:cubicBezTo>
                    <a:pt x="197948" y="0"/>
                    <a:pt x="228605" y="17971"/>
                    <a:pt x="242876" y="58406"/>
                  </a:cubicBezTo>
                  <a:cubicBezTo>
                    <a:pt x="258204" y="17178"/>
                    <a:pt x="293090" y="0"/>
                    <a:pt x="341453" y="0"/>
                  </a:cubicBezTo>
                  <a:cubicBezTo>
                    <a:pt x="408317" y="0"/>
                    <a:pt x="442409" y="37792"/>
                    <a:pt x="442409" y="123948"/>
                  </a:cubicBezTo>
                  <a:lnTo>
                    <a:pt x="442409" y="307624"/>
                  </a:lnTo>
                  <a:lnTo>
                    <a:pt x="377925" y="307624"/>
                  </a:lnTo>
                  <a:lnTo>
                    <a:pt x="377925" y="126855"/>
                  </a:lnTo>
                  <a:cubicBezTo>
                    <a:pt x="377925" y="68978"/>
                    <a:pt x="358896" y="51006"/>
                    <a:pt x="323482" y="51006"/>
                  </a:cubicBezTo>
                  <a:cubicBezTo>
                    <a:pt x="280933" y="51006"/>
                    <a:pt x="253711" y="74263"/>
                    <a:pt x="253711" y="139012"/>
                  </a:cubicBezTo>
                  <a:lnTo>
                    <a:pt x="253711" y="307624"/>
                  </a:lnTo>
                  <a:lnTo>
                    <a:pt x="188698" y="307624"/>
                  </a:lnTo>
                  <a:lnTo>
                    <a:pt x="188698" y="126855"/>
                  </a:lnTo>
                  <a:cubicBezTo>
                    <a:pt x="188698" y="68978"/>
                    <a:pt x="169670" y="51006"/>
                    <a:pt x="134256" y="51006"/>
                  </a:cubicBezTo>
                  <a:cubicBezTo>
                    <a:pt x="91706" y="51006"/>
                    <a:pt x="65014" y="74263"/>
                    <a:pt x="65014" y="139012"/>
                  </a:cubicBezTo>
                  <a:lnTo>
                    <a:pt x="65014" y="307624"/>
                  </a:lnTo>
                  <a:lnTo>
                    <a:pt x="0" y="307624"/>
                  </a:lnTo>
                  <a:close/>
                </a:path>
              </a:pathLst>
            </a:custGeom>
            <a:solidFill>
              <a:schemeClr val="accent2"/>
            </a:solidFill>
            <a:ln w="26408" cap="flat">
              <a:noFill/>
              <a:prstDash val="solid"/>
              <a:miter/>
            </a:ln>
          </p:spPr>
          <p:txBody>
            <a:bodyPr rtlCol="0" anchor="ctr"/>
            <a:lstStyle/>
            <a:p>
              <a:endParaRPr lang="es-ES" sz="1092"/>
            </a:p>
          </p:txBody>
        </p:sp>
        <p:sp>
          <p:nvSpPr>
            <p:cNvPr id="58" name="Forma libre: forma 57">
              <a:extLst>
                <a:ext uri="{FF2B5EF4-FFF2-40B4-BE49-F238E27FC236}">
                  <a16:creationId xmlns:a16="http://schemas.microsoft.com/office/drawing/2014/main" id="{BEEC9C0D-256D-B9E1-79AE-1F7730CA1360}"/>
                </a:ext>
              </a:extLst>
            </p:cNvPr>
            <p:cNvSpPr/>
            <p:nvPr/>
          </p:nvSpPr>
          <p:spPr>
            <a:xfrm>
              <a:off x="5927123" y="3330422"/>
              <a:ext cx="65542" cy="68449"/>
            </a:xfrm>
            <a:custGeom>
              <a:avLst/>
              <a:gdLst>
                <a:gd name="connsiteX0" fmla="*/ 0 w 65542"/>
                <a:gd name="connsiteY0" fmla="*/ 0 h 68449"/>
                <a:gd name="connsiteX1" fmla="*/ 65542 w 65542"/>
                <a:gd name="connsiteY1" fmla="*/ 0 h 68449"/>
                <a:gd name="connsiteX2" fmla="*/ 65542 w 65542"/>
                <a:gd name="connsiteY2" fmla="*/ 68449 h 68449"/>
                <a:gd name="connsiteX3" fmla="*/ 0 w 65542"/>
                <a:gd name="connsiteY3" fmla="*/ 68449 h 68449"/>
              </a:gdLst>
              <a:ahLst/>
              <a:cxnLst>
                <a:cxn ang="0">
                  <a:pos x="connsiteX0" y="connsiteY0"/>
                </a:cxn>
                <a:cxn ang="0">
                  <a:pos x="connsiteX1" y="connsiteY1"/>
                </a:cxn>
                <a:cxn ang="0">
                  <a:pos x="connsiteX2" y="connsiteY2"/>
                </a:cxn>
                <a:cxn ang="0">
                  <a:pos x="connsiteX3" y="connsiteY3"/>
                </a:cxn>
              </a:cxnLst>
              <a:rect l="l" t="t" r="r" b="b"/>
              <a:pathLst>
                <a:path w="65542" h="68449">
                  <a:moveTo>
                    <a:pt x="0" y="0"/>
                  </a:moveTo>
                  <a:lnTo>
                    <a:pt x="65542" y="0"/>
                  </a:lnTo>
                  <a:lnTo>
                    <a:pt x="65542" y="68449"/>
                  </a:lnTo>
                  <a:lnTo>
                    <a:pt x="0" y="68449"/>
                  </a:lnTo>
                  <a:close/>
                </a:path>
              </a:pathLst>
            </a:custGeom>
            <a:solidFill>
              <a:schemeClr val="accent2"/>
            </a:solidFill>
            <a:ln w="26408" cap="flat">
              <a:noFill/>
              <a:prstDash val="solid"/>
              <a:miter/>
            </a:ln>
          </p:spPr>
          <p:txBody>
            <a:bodyPr rtlCol="0" anchor="ctr"/>
            <a:lstStyle/>
            <a:p>
              <a:endParaRPr lang="es-ES" sz="1092"/>
            </a:p>
          </p:txBody>
        </p:sp>
        <p:sp>
          <p:nvSpPr>
            <p:cNvPr id="59" name="Forma libre: forma 58">
              <a:extLst>
                <a:ext uri="{FF2B5EF4-FFF2-40B4-BE49-F238E27FC236}">
                  <a16:creationId xmlns:a16="http://schemas.microsoft.com/office/drawing/2014/main" id="{57443DF3-7E0F-8848-3412-7B4BD4D2B0A4}"/>
                </a:ext>
              </a:extLst>
            </p:cNvPr>
            <p:cNvSpPr/>
            <p:nvPr/>
          </p:nvSpPr>
          <p:spPr>
            <a:xfrm>
              <a:off x="5927123" y="3435078"/>
              <a:ext cx="65013" cy="299695"/>
            </a:xfrm>
            <a:custGeom>
              <a:avLst/>
              <a:gdLst>
                <a:gd name="connsiteX0" fmla="*/ 0 w 65013"/>
                <a:gd name="connsiteY0" fmla="*/ 0 h 299695"/>
                <a:gd name="connsiteX1" fmla="*/ 65014 w 65013"/>
                <a:gd name="connsiteY1" fmla="*/ 0 h 299695"/>
                <a:gd name="connsiteX2" fmla="*/ 65014 w 65013"/>
                <a:gd name="connsiteY2" fmla="*/ 299696 h 299695"/>
                <a:gd name="connsiteX3" fmla="*/ 0 w 65013"/>
                <a:gd name="connsiteY3" fmla="*/ 299696 h 299695"/>
              </a:gdLst>
              <a:ahLst/>
              <a:cxnLst>
                <a:cxn ang="0">
                  <a:pos x="connsiteX0" y="connsiteY0"/>
                </a:cxn>
                <a:cxn ang="0">
                  <a:pos x="connsiteX1" y="connsiteY1"/>
                </a:cxn>
                <a:cxn ang="0">
                  <a:pos x="connsiteX2" y="connsiteY2"/>
                </a:cxn>
                <a:cxn ang="0">
                  <a:pos x="connsiteX3" y="connsiteY3"/>
                </a:cxn>
              </a:cxnLst>
              <a:rect l="l" t="t" r="r" b="b"/>
              <a:pathLst>
                <a:path w="65013" h="299695">
                  <a:moveTo>
                    <a:pt x="0" y="0"/>
                  </a:moveTo>
                  <a:lnTo>
                    <a:pt x="65014" y="0"/>
                  </a:lnTo>
                  <a:lnTo>
                    <a:pt x="65014" y="299696"/>
                  </a:lnTo>
                  <a:lnTo>
                    <a:pt x="0" y="299696"/>
                  </a:lnTo>
                  <a:close/>
                </a:path>
              </a:pathLst>
            </a:custGeom>
            <a:solidFill>
              <a:schemeClr val="accent2"/>
            </a:solidFill>
            <a:ln w="26408" cap="flat">
              <a:noFill/>
              <a:prstDash val="solid"/>
              <a:miter/>
            </a:ln>
          </p:spPr>
          <p:txBody>
            <a:bodyPr rtlCol="0" anchor="ctr"/>
            <a:lstStyle/>
            <a:p>
              <a:endParaRPr lang="es-ES" sz="1092"/>
            </a:p>
          </p:txBody>
        </p:sp>
        <p:sp>
          <p:nvSpPr>
            <p:cNvPr id="60" name="Forma libre: forma 59">
              <a:extLst>
                <a:ext uri="{FF2B5EF4-FFF2-40B4-BE49-F238E27FC236}">
                  <a16:creationId xmlns:a16="http://schemas.microsoft.com/office/drawing/2014/main" id="{2E23011D-4490-6324-6CEA-F311B4B100EA}"/>
                </a:ext>
              </a:extLst>
            </p:cNvPr>
            <p:cNvSpPr/>
            <p:nvPr/>
          </p:nvSpPr>
          <p:spPr>
            <a:xfrm>
              <a:off x="6072478" y="3330422"/>
              <a:ext cx="65013" cy="404351"/>
            </a:xfrm>
            <a:custGeom>
              <a:avLst/>
              <a:gdLst>
                <a:gd name="connsiteX0" fmla="*/ 0 w 65013"/>
                <a:gd name="connsiteY0" fmla="*/ 0 h 404351"/>
                <a:gd name="connsiteX1" fmla="*/ 65014 w 65013"/>
                <a:gd name="connsiteY1" fmla="*/ 0 h 404351"/>
                <a:gd name="connsiteX2" fmla="*/ 65014 w 65013"/>
                <a:gd name="connsiteY2" fmla="*/ 404352 h 404351"/>
                <a:gd name="connsiteX3" fmla="*/ 0 w 65013"/>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5013" h="404351">
                  <a:moveTo>
                    <a:pt x="0" y="0"/>
                  </a:moveTo>
                  <a:lnTo>
                    <a:pt x="65014" y="0"/>
                  </a:lnTo>
                  <a:lnTo>
                    <a:pt x="65014"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1" name="Forma libre: forma 60">
              <a:extLst>
                <a:ext uri="{FF2B5EF4-FFF2-40B4-BE49-F238E27FC236}">
                  <a16:creationId xmlns:a16="http://schemas.microsoft.com/office/drawing/2014/main" id="{9DF28230-545A-3145-948A-BF6F1C67F5EE}"/>
                </a:ext>
              </a:extLst>
            </p:cNvPr>
            <p:cNvSpPr/>
            <p:nvPr/>
          </p:nvSpPr>
          <p:spPr>
            <a:xfrm>
              <a:off x="61900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500" y="0"/>
                    <a:pt x="142448" y="0"/>
                  </a:cubicBezTo>
                  <a:cubicBezTo>
                    <a:pt x="229398"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2" name="Forma libre: forma 61">
              <a:extLst>
                <a:ext uri="{FF2B5EF4-FFF2-40B4-BE49-F238E27FC236}">
                  <a16:creationId xmlns:a16="http://schemas.microsoft.com/office/drawing/2014/main" id="{66AFAB46-824F-7C67-75CF-B90122E335F6}"/>
                </a:ext>
              </a:extLst>
            </p:cNvPr>
            <p:cNvSpPr/>
            <p:nvPr/>
          </p:nvSpPr>
          <p:spPr>
            <a:xfrm>
              <a:off x="6551887" y="3330158"/>
              <a:ext cx="264282" cy="411487"/>
            </a:xfrm>
            <a:custGeom>
              <a:avLst/>
              <a:gdLst>
                <a:gd name="connsiteX0" fmla="*/ 264283 w 264282"/>
                <a:gd name="connsiteY0" fmla="*/ 264 h 411487"/>
                <a:gd name="connsiteX1" fmla="*/ 264283 w 264282"/>
                <a:gd name="connsiteY1" fmla="*/ 248161 h 411487"/>
                <a:gd name="connsiteX2" fmla="*/ 114699 w 264282"/>
                <a:gd name="connsiteY2" fmla="*/ 411487 h 411487"/>
                <a:gd name="connsiteX3" fmla="*/ 0 w 264282"/>
                <a:gd name="connsiteY3" fmla="*/ 385323 h 411487"/>
                <a:gd name="connsiteX4" fmla="*/ 9514 w 264282"/>
                <a:gd name="connsiteY4" fmla="*/ 336695 h 411487"/>
                <a:gd name="connsiteX5" fmla="*/ 107035 w 264282"/>
                <a:gd name="connsiteY5" fmla="*/ 361009 h 411487"/>
                <a:gd name="connsiteX6" fmla="*/ 197419 w 264282"/>
                <a:gd name="connsiteY6" fmla="*/ 247368 h 411487"/>
                <a:gd name="connsiteX7" fmla="*/ 197419 w 264282"/>
                <a:gd name="connsiteY7" fmla="*/ 0 h 411487"/>
                <a:gd name="connsiteX8" fmla="*/ 264283 w 264282"/>
                <a:gd name="connsiteY8" fmla="*/ 0 h 4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282" h="411487">
                  <a:moveTo>
                    <a:pt x="264283" y="264"/>
                  </a:moveTo>
                  <a:lnTo>
                    <a:pt x="264283" y="248161"/>
                  </a:lnTo>
                  <a:cubicBezTo>
                    <a:pt x="264283" y="371581"/>
                    <a:pt x="205083" y="411487"/>
                    <a:pt x="114699" y="411487"/>
                  </a:cubicBezTo>
                  <a:cubicBezTo>
                    <a:pt x="69242" y="411487"/>
                    <a:pt x="33035" y="401709"/>
                    <a:pt x="0" y="385323"/>
                  </a:cubicBezTo>
                  <a:lnTo>
                    <a:pt x="9514" y="336695"/>
                  </a:lnTo>
                  <a:cubicBezTo>
                    <a:pt x="40171" y="352288"/>
                    <a:pt x="73206" y="361009"/>
                    <a:pt x="107035" y="361009"/>
                  </a:cubicBezTo>
                  <a:cubicBezTo>
                    <a:pt x="162534" y="361009"/>
                    <a:pt x="197419" y="337753"/>
                    <a:pt x="197419" y="247368"/>
                  </a:cubicBezTo>
                  <a:lnTo>
                    <a:pt x="197419" y="0"/>
                  </a:lnTo>
                  <a:lnTo>
                    <a:pt x="264283" y="0"/>
                  </a:lnTo>
                  <a:close/>
                </a:path>
              </a:pathLst>
            </a:custGeom>
            <a:solidFill>
              <a:schemeClr val="accent2"/>
            </a:solidFill>
            <a:ln w="26408" cap="flat">
              <a:noFill/>
              <a:prstDash val="solid"/>
              <a:miter/>
            </a:ln>
          </p:spPr>
          <p:txBody>
            <a:bodyPr rtlCol="0" anchor="ctr"/>
            <a:lstStyle/>
            <a:p>
              <a:endParaRPr lang="es-ES" sz="1092"/>
            </a:p>
          </p:txBody>
        </p:sp>
        <p:sp>
          <p:nvSpPr>
            <p:cNvPr id="63" name="Forma libre: forma 62">
              <a:extLst>
                <a:ext uri="{FF2B5EF4-FFF2-40B4-BE49-F238E27FC236}">
                  <a16:creationId xmlns:a16="http://schemas.microsoft.com/office/drawing/2014/main" id="{27811DDA-3AA6-977C-776F-7D648146B60B}"/>
                </a:ext>
              </a:extLst>
            </p:cNvPr>
            <p:cNvSpPr/>
            <p:nvPr/>
          </p:nvSpPr>
          <p:spPr>
            <a:xfrm>
              <a:off x="6881184" y="3427150"/>
              <a:ext cx="283046" cy="315817"/>
            </a:xfrm>
            <a:custGeom>
              <a:avLst/>
              <a:gdLst>
                <a:gd name="connsiteX0" fmla="*/ 0 w 283046"/>
                <a:gd name="connsiteY0" fmla="*/ 167291 h 315817"/>
                <a:gd name="connsiteX1" fmla="*/ 0 w 283046"/>
                <a:gd name="connsiteY1" fmla="*/ 148262 h 315817"/>
                <a:gd name="connsiteX2" fmla="*/ 142448 w 283046"/>
                <a:gd name="connsiteY2" fmla="*/ 0 h 315817"/>
                <a:gd name="connsiteX3" fmla="*/ 283047 w 283046"/>
                <a:gd name="connsiteY3" fmla="*/ 148262 h 315817"/>
                <a:gd name="connsiteX4" fmla="*/ 283047 w 283046"/>
                <a:gd name="connsiteY4" fmla="*/ 166762 h 315817"/>
                <a:gd name="connsiteX5" fmla="*/ 140598 w 283046"/>
                <a:gd name="connsiteY5" fmla="*/ 315817 h 315817"/>
                <a:gd name="connsiteX6" fmla="*/ 0 w 283046"/>
                <a:gd name="connsiteY6" fmla="*/ 167555 h 315817"/>
                <a:gd name="connsiteX7" fmla="*/ 216712 w 283046"/>
                <a:gd name="connsiteY7" fmla="*/ 167026 h 315817"/>
                <a:gd name="connsiteX8" fmla="*/ 216712 w 283046"/>
                <a:gd name="connsiteY8" fmla="*/ 149055 h 315817"/>
                <a:gd name="connsiteX9" fmla="*/ 141127 w 283046"/>
                <a:gd name="connsiteY9" fmla="*/ 48892 h 315817"/>
                <a:gd name="connsiteX10" fmla="*/ 66071 w 283046"/>
                <a:gd name="connsiteY10" fmla="*/ 149055 h 315817"/>
                <a:gd name="connsiteX11" fmla="*/ 66071 w 283046"/>
                <a:gd name="connsiteY11" fmla="*/ 166498 h 315817"/>
                <a:gd name="connsiteX12" fmla="*/ 141656 w 283046"/>
                <a:gd name="connsiteY12" fmla="*/ 266661 h 315817"/>
                <a:gd name="connsiteX13" fmla="*/ 216712 w 283046"/>
                <a:gd name="connsiteY13" fmla="*/ 167026 h 31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046" h="315817">
                  <a:moveTo>
                    <a:pt x="0" y="167291"/>
                  </a:moveTo>
                  <a:lnTo>
                    <a:pt x="0" y="148262"/>
                  </a:lnTo>
                  <a:cubicBezTo>
                    <a:pt x="0" y="48628"/>
                    <a:pt x="55499" y="0"/>
                    <a:pt x="142448" y="0"/>
                  </a:cubicBezTo>
                  <a:cubicBezTo>
                    <a:pt x="229397" y="0"/>
                    <a:pt x="283047" y="48099"/>
                    <a:pt x="283047" y="148262"/>
                  </a:cubicBezTo>
                  <a:lnTo>
                    <a:pt x="283047" y="166762"/>
                  </a:lnTo>
                  <a:cubicBezTo>
                    <a:pt x="283047" y="266396"/>
                    <a:pt x="227548" y="315817"/>
                    <a:pt x="140598" y="315817"/>
                  </a:cubicBezTo>
                  <a:cubicBezTo>
                    <a:pt x="53649" y="315817"/>
                    <a:pt x="0" y="267189"/>
                    <a:pt x="0" y="167555"/>
                  </a:cubicBezTo>
                  <a:moveTo>
                    <a:pt x="216712" y="167026"/>
                  </a:moveTo>
                  <a:lnTo>
                    <a:pt x="216712" y="149055"/>
                  </a:lnTo>
                  <a:cubicBezTo>
                    <a:pt x="216712" y="74263"/>
                    <a:pt x="186584" y="48892"/>
                    <a:pt x="141127" y="48892"/>
                  </a:cubicBezTo>
                  <a:cubicBezTo>
                    <a:pt x="95670" y="48892"/>
                    <a:pt x="66071" y="74263"/>
                    <a:pt x="66071" y="149055"/>
                  </a:cubicBezTo>
                  <a:lnTo>
                    <a:pt x="66071" y="166498"/>
                  </a:lnTo>
                  <a:cubicBezTo>
                    <a:pt x="66071" y="241818"/>
                    <a:pt x="96199" y="266661"/>
                    <a:pt x="141656" y="266661"/>
                  </a:cubicBezTo>
                  <a:cubicBezTo>
                    <a:pt x="187112" y="266661"/>
                    <a:pt x="216712" y="241025"/>
                    <a:pt x="216712" y="167026"/>
                  </a:cubicBezTo>
                </a:path>
              </a:pathLst>
            </a:custGeom>
            <a:solidFill>
              <a:schemeClr val="accent2"/>
            </a:solidFill>
            <a:ln w="26408" cap="flat">
              <a:noFill/>
              <a:prstDash val="solid"/>
              <a:miter/>
            </a:ln>
          </p:spPr>
          <p:txBody>
            <a:bodyPr rtlCol="0" anchor="ctr"/>
            <a:lstStyle/>
            <a:p>
              <a:endParaRPr lang="es-ES" sz="1092"/>
            </a:p>
          </p:txBody>
        </p:sp>
        <p:sp>
          <p:nvSpPr>
            <p:cNvPr id="64" name="Forma libre: forma 63">
              <a:extLst>
                <a:ext uri="{FF2B5EF4-FFF2-40B4-BE49-F238E27FC236}">
                  <a16:creationId xmlns:a16="http://schemas.microsoft.com/office/drawing/2014/main" id="{078101F8-78A9-DEDB-9E54-066A62B18C98}"/>
                </a:ext>
              </a:extLst>
            </p:cNvPr>
            <p:cNvSpPr/>
            <p:nvPr/>
          </p:nvSpPr>
          <p:spPr>
            <a:xfrm>
              <a:off x="7195152" y="3429264"/>
              <a:ext cx="236797" cy="310795"/>
            </a:xfrm>
            <a:custGeom>
              <a:avLst/>
              <a:gdLst>
                <a:gd name="connsiteX0" fmla="*/ 9250 w 236797"/>
                <a:gd name="connsiteY0" fmla="*/ 240497 h 310795"/>
                <a:gd name="connsiteX1" fmla="*/ 108620 w 236797"/>
                <a:gd name="connsiteY1" fmla="*/ 263225 h 310795"/>
                <a:gd name="connsiteX2" fmla="*/ 174691 w 236797"/>
                <a:gd name="connsiteY2" fmla="*/ 221997 h 310795"/>
                <a:gd name="connsiteX3" fmla="*/ 113906 w 236797"/>
                <a:gd name="connsiteY3" fmla="*/ 179183 h 310795"/>
                <a:gd name="connsiteX4" fmla="*/ 4493 w 236797"/>
                <a:gd name="connsiteY4" fmla="*/ 90384 h 310795"/>
                <a:gd name="connsiteX5" fmla="*/ 128706 w 236797"/>
                <a:gd name="connsiteY5" fmla="*/ 0 h 310795"/>
                <a:gd name="connsiteX6" fmla="*/ 224905 w 236797"/>
                <a:gd name="connsiteY6" fmla="*/ 19821 h 310795"/>
                <a:gd name="connsiteX7" fmla="*/ 215391 w 236797"/>
                <a:gd name="connsiteY7" fmla="*/ 66071 h 310795"/>
                <a:gd name="connsiteX8" fmla="*/ 130292 w 236797"/>
                <a:gd name="connsiteY8" fmla="*/ 47571 h 310795"/>
                <a:gd name="connsiteX9" fmla="*/ 66599 w 236797"/>
                <a:gd name="connsiteY9" fmla="*/ 85099 h 310795"/>
                <a:gd name="connsiteX10" fmla="*/ 126327 w 236797"/>
                <a:gd name="connsiteY10" fmla="*/ 126327 h 310795"/>
                <a:gd name="connsiteX11" fmla="*/ 236798 w 236797"/>
                <a:gd name="connsiteY11" fmla="*/ 216183 h 310795"/>
                <a:gd name="connsiteX12" fmla="*/ 110470 w 236797"/>
                <a:gd name="connsiteY12" fmla="*/ 310796 h 310795"/>
                <a:gd name="connsiteX13" fmla="*/ 0 w 236797"/>
                <a:gd name="connsiteY13" fmla="*/ 287539 h 310795"/>
                <a:gd name="connsiteX14" fmla="*/ 9514 w 236797"/>
                <a:gd name="connsiteY14" fmla="*/ 240497 h 3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6797" h="310795">
                  <a:moveTo>
                    <a:pt x="9250" y="240497"/>
                  </a:moveTo>
                  <a:cubicBezTo>
                    <a:pt x="39907" y="253711"/>
                    <a:pt x="72942" y="263225"/>
                    <a:pt x="108620" y="263225"/>
                  </a:cubicBezTo>
                  <a:cubicBezTo>
                    <a:pt x="158834" y="263225"/>
                    <a:pt x="174691" y="247104"/>
                    <a:pt x="174691" y="221997"/>
                  </a:cubicBezTo>
                  <a:cubicBezTo>
                    <a:pt x="174691" y="196890"/>
                    <a:pt x="158834" y="186583"/>
                    <a:pt x="113906" y="179183"/>
                  </a:cubicBezTo>
                  <a:cubicBezTo>
                    <a:pt x="68449" y="170991"/>
                    <a:pt x="4493" y="163591"/>
                    <a:pt x="4493" y="90384"/>
                  </a:cubicBezTo>
                  <a:cubicBezTo>
                    <a:pt x="4493" y="24314"/>
                    <a:pt x="58935" y="0"/>
                    <a:pt x="128706" y="0"/>
                  </a:cubicBezTo>
                  <a:cubicBezTo>
                    <a:pt x="168348" y="0"/>
                    <a:pt x="199534" y="7400"/>
                    <a:pt x="224905" y="19821"/>
                  </a:cubicBezTo>
                  <a:lnTo>
                    <a:pt x="215391" y="66071"/>
                  </a:lnTo>
                  <a:cubicBezTo>
                    <a:pt x="193455" y="56292"/>
                    <a:pt x="165177" y="47571"/>
                    <a:pt x="130292" y="47571"/>
                  </a:cubicBezTo>
                  <a:cubicBezTo>
                    <a:pt x="87213" y="47571"/>
                    <a:pt x="66599" y="60256"/>
                    <a:pt x="66599" y="85099"/>
                  </a:cubicBezTo>
                  <a:cubicBezTo>
                    <a:pt x="66599" y="107563"/>
                    <a:pt x="80870" y="118663"/>
                    <a:pt x="126327" y="126327"/>
                  </a:cubicBezTo>
                  <a:cubicBezTo>
                    <a:pt x="172313" y="134520"/>
                    <a:pt x="236798" y="142448"/>
                    <a:pt x="236798" y="216183"/>
                  </a:cubicBezTo>
                  <a:cubicBezTo>
                    <a:pt x="236798" y="278289"/>
                    <a:pt x="190812" y="310796"/>
                    <a:pt x="110470" y="310796"/>
                  </a:cubicBezTo>
                  <a:cubicBezTo>
                    <a:pt x="66599" y="310796"/>
                    <a:pt x="28807" y="300224"/>
                    <a:pt x="0" y="287539"/>
                  </a:cubicBezTo>
                  <a:lnTo>
                    <a:pt x="9514" y="240497"/>
                  </a:lnTo>
                  <a:close/>
                </a:path>
              </a:pathLst>
            </a:custGeom>
            <a:solidFill>
              <a:schemeClr val="accent2"/>
            </a:solidFill>
            <a:ln w="26408" cap="flat">
              <a:noFill/>
              <a:prstDash val="solid"/>
              <a:miter/>
            </a:ln>
          </p:spPr>
          <p:txBody>
            <a:bodyPr rtlCol="0" anchor="ctr"/>
            <a:lstStyle/>
            <a:p>
              <a:endParaRPr lang="es-ES" sz="1092"/>
            </a:p>
          </p:txBody>
        </p:sp>
        <p:sp>
          <p:nvSpPr>
            <p:cNvPr id="65" name="Forma libre: forma 64">
              <a:extLst>
                <a:ext uri="{FF2B5EF4-FFF2-40B4-BE49-F238E27FC236}">
                  <a16:creationId xmlns:a16="http://schemas.microsoft.com/office/drawing/2014/main" id="{1753C8CE-B8E0-CAF8-1B3C-B11C941BF28A}"/>
                </a:ext>
              </a:extLst>
            </p:cNvPr>
            <p:cNvSpPr/>
            <p:nvPr/>
          </p:nvSpPr>
          <p:spPr>
            <a:xfrm>
              <a:off x="7467627" y="3311130"/>
              <a:ext cx="267189" cy="428929"/>
            </a:xfrm>
            <a:custGeom>
              <a:avLst/>
              <a:gdLst>
                <a:gd name="connsiteX0" fmla="*/ 267190 w 267189"/>
                <a:gd name="connsiteY0" fmla="*/ 291503 h 428929"/>
                <a:gd name="connsiteX1" fmla="*/ 65014 w 267189"/>
                <a:gd name="connsiteY1" fmla="*/ 291503 h 428929"/>
                <a:gd name="connsiteX2" fmla="*/ 155398 w 267189"/>
                <a:gd name="connsiteY2" fmla="*/ 381359 h 428929"/>
                <a:gd name="connsiteX3" fmla="*/ 251597 w 267189"/>
                <a:gd name="connsiteY3" fmla="*/ 359952 h 428929"/>
                <a:gd name="connsiteX4" fmla="*/ 261640 w 267189"/>
                <a:gd name="connsiteY4" fmla="*/ 405673 h 428929"/>
                <a:gd name="connsiteX5" fmla="*/ 145884 w 267189"/>
                <a:gd name="connsiteY5" fmla="*/ 428930 h 428929"/>
                <a:gd name="connsiteX6" fmla="*/ 0 w 267189"/>
                <a:gd name="connsiteY6" fmla="*/ 280668 h 428929"/>
                <a:gd name="connsiteX7" fmla="*/ 0 w 267189"/>
                <a:gd name="connsiteY7" fmla="*/ 262168 h 428929"/>
                <a:gd name="connsiteX8" fmla="*/ 139541 w 267189"/>
                <a:gd name="connsiteY8" fmla="*/ 116020 h 428929"/>
                <a:gd name="connsiteX9" fmla="*/ 267190 w 267189"/>
                <a:gd name="connsiteY9" fmla="*/ 257411 h 428929"/>
                <a:gd name="connsiteX10" fmla="*/ 267190 w 267189"/>
                <a:gd name="connsiteY10" fmla="*/ 291503 h 428929"/>
                <a:gd name="connsiteX11" fmla="*/ 65014 w 267189"/>
                <a:gd name="connsiteY11" fmla="*/ 249218 h 428929"/>
                <a:gd name="connsiteX12" fmla="*/ 203762 w 267189"/>
                <a:gd name="connsiteY12" fmla="*/ 249218 h 428929"/>
                <a:gd name="connsiteX13" fmla="*/ 136370 w 267189"/>
                <a:gd name="connsiteY13" fmla="*/ 161212 h 428929"/>
                <a:gd name="connsiteX14" fmla="*/ 64750 w 267189"/>
                <a:gd name="connsiteY14" fmla="*/ 249218 h 428929"/>
                <a:gd name="connsiteX15" fmla="*/ 89592 w 267189"/>
                <a:gd name="connsiteY15" fmla="*/ 76378 h 428929"/>
                <a:gd name="connsiteX16" fmla="*/ 150377 w 267189"/>
                <a:gd name="connsiteY16" fmla="*/ 0 h 428929"/>
                <a:gd name="connsiteX17" fmla="*/ 227812 w 267189"/>
                <a:gd name="connsiteY17" fmla="*/ 0 h 428929"/>
                <a:gd name="connsiteX18" fmla="*/ 149320 w 267189"/>
                <a:gd name="connsiteY18" fmla="*/ 76378 h 428929"/>
                <a:gd name="connsiteX19" fmla="*/ 89592 w 267189"/>
                <a:gd name="connsiteY19" fmla="*/ 76378 h 42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7189" h="428929">
                  <a:moveTo>
                    <a:pt x="267190" y="291503"/>
                  </a:moveTo>
                  <a:lnTo>
                    <a:pt x="65014" y="291503"/>
                  </a:lnTo>
                  <a:cubicBezTo>
                    <a:pt x="67921" y="356517"/>
                    <a:pt x="99899" y="381359"/>
                    <a:pt x="155398" y="381359"/>
                  </a:cubicBezTo>
                  <a:cubicBezTo>
                    <a:pt x="191341" y="381359"/>
                    <a:pt x="223319" y="371581"/>
                    <a:pt x="251597" y="359952"/>
                  </a:cubicBezTo>
                  <a:lnTo>
                    <a:pt x="261640" y="405673"/>
                  </a:lnTo>
                  <a:cubicBezTo>
                    <a:pt x="231512" y="418359"/>
                    <a:pt x="192662" y="428930"/>
                    <a:pt x="145884" y="428930"/>
                  </a:cubicBezTo>
                  <a:cubicBezTo>
                    <a:pt x="50743" y="428930"/>
                    <a:pt x="0" y="380302"/>
                    <a:pt x="0" y="280668"/>
                  </a:cubicBezTo>
                  <a:lnTo>
                    <a:pt x="0" y="262168"/>
                  </a:lnTo>
                  <a:cubicBezTo>
                    <a:pt x="0" y="163591"/>
                    <a:pt x="56028" y="116020"/>
                    <a:pt x="139541" y="116020"/>
                  </a:cubicBezTo>
                  <a:cubicBezTo>
                    <a:pt x="223055" y="116020"/>
                    <a:pt x="267190" y="163062"/>
                    <a:pt x="267190" y="257411"/>
                  </a:cubicBezTo>
                  <a:lnTo>
                    <a:pt x="267190" y="291503"/>
                  </a:lnTo>
                  <a:close/>
                  <a:moveTo>
                    <a:pt x="65014" y="249218"/>
                  </a:moveTo>
                  <a:lnTo>
                    <a:pt x="203762" y="249218"/>
                  </a:lnTo>
                  <a:cubicBezTo>
                    <a:pt x="201912" y="183147"/>
                    <a:pt x="180770" y="161212"/>
                    <a:pt x="136370" y="161212"/>
                  </a:cubicBezTo>
                  <a:cubicBezTo>
                    <a:pt x="91971" y="161212"/>
                    <a:pt x="67921" y="184469"/>
                    <a:pt x="64750" y="249218"/>
                  </a:cubicBezTo>
                  <a:moveTo>
                    <a:pt x="89592" y="76378"/>
                  </a:moveTo>
                  <a:lnTo>
                    <a:pt x="150377" y="0"/>
                  </a:lnTo>
                  <a:lnTo>
                    <a:pt x="227812" y="0"/>
                  </a:lnTo>
                  <a:lnTo>
                    <a:pt x="149320" y="76378"/>
                  </a:lnTo>
                  <a:lnTo>
                    <a:pt x="89592" y="76378"/>
                  </a:lnTo>
                  <a:close/>
                </a:path>
              </a:pathLst>
            </a:custGeom>
            <a:solidFill>
              <a:schemeClr val="accent2"/>
            </a:solidFill>
            <a:ln w="26408" cap="flat">
              <a:noFill/>
              <a:prstDash val="solid"/>
              <a:miter/>
            </a:ln>
          </p:spPr>
          <p:txBody>
            <a:bodyPr rtlCol="0" anchor="ctr"/>
            <a:lstStyle/>
            <a:p>
              <a:endParaRPr lang="es-ES" sz="1092"/>
            </a:p>
          </p:txBody>
        </p:sp>
        <p:sp>
          <p:nvSpPr>
            <p:cNvPr id="66" name="Forma libre: forma 65">
              <a:extLst>
                <a:ext uri="{FF2B5EF4-FFF2-40B4-BE49-F238E27FC236}">
                  <a16:creationId xmlns:a16="http://schemas.microsoft.com/office/drawing/2014/main" id="{FEAA2629-F217-B7C0-5CCA-902E91EEC0E0}"/>
                </a:ext>
              </a:extLst>
            </p:cNvPr>
            <p:cNvSpPr/>
            <p:nvPr/>
          </p:nvSpPr>
          <p:spPr>
            <a:xfrm>
              <a:off x="7844495" y="3321965"/>
              <a:ext cx="313703" cy="419415"/>
            </a:xfrm>
            <a:custGeom>
              <a:avLst/>
              <a:gdLst>
                <a:gd name="connsiteX0" fmla="*/ 0 w 313703"/>
                <a:gd name="connsiteY0" fmla="*/ 226754 h 419415"/>
                <a:gd name="connsiteX1" fmla="*/ 0 w 313703"/>
                <a:gd name="connsiteY1" fmla="*/ 203497 h 419415"/>
                <a:gd name="connsiteX2" fmla="*/ 191869 w 313703"/>
                <a:gd name="connsiteY2" fmla="*/ 0 h 419415"/>
                <a:gd name="connsiteX3" fmla="*/ 306568 w 313703"/>
                <a:gd name="connsiteY3" fmla="*/ 24314 h 419415"/>
                <a:gd name="connsiteX4" fmla="*/ 297318 w 313703"/>
                <a:gd name="connsiteY4" fmla="*/ 72942 h 419415"/>
                <a:gd name="connsiteX5" fmla="*/ 197155 w 313703"/>
                <a:gd name="connsiteY5" fmla="*/ 50214 h 419415"/>
                <a:gd name="connsiteX6" fmla="*/ 68449 w 313703"/>
                <a:gd name="connsiteY6" fmla="*/ 204290 h 419415"/>
                <a:gd name="connsiteX7" fmla="*/ 68449 w 313703"/>
                <a:gd name="connsiteY7" fmla="*/ 225697 h 419415"/>
                <a:gd name="connsiteX8" fmla="*/ 196627 w 313703"/>
                <a:gd name="connsiteY8" fmla="*/ 368938 h 419415"/>
                <a:gd name="connsiteX9" fmla="*/ 304454 w 313703"/>
                <a:gd name="connsiteY9" fmla="*/ 344095 h 419415"/>
                <a:gd name="connsiteX10" fmla="*/ 313704 w 313703"/>
                <a:gd name="connsiteY10" fmla="*/ 392723 h 419415"/>
                <a:gd name="connsiteX11" fmla="*/ 187376 w 313703"/>
                <a:gd name="connsiteY11" fmla="*/ 419416 h 419415"/>
                <a:gd name="connsiteX12" fmla="*/ 264 w 313703"/>
                <a:gd name="connsiteY12" fmla="*/ 226490 h 41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3703" h="419415">
                  <a:moveTo>
                    <a:pt x="0" y="226754"/>
                  </a:moveTo>
                  <a:lnTo>
                    <a:pt x="0" y="203497"/>
                  </a:lnTo>
                  <a:cubicBezTo>
                    <a:pt x="0" y="71356"/>
                    <a:pt x="74792" y="0"/>
                    <a:pt x="191869" y="0"/>
                  </a:cubicBezTo>
                  <a:cubicBezTo>
                    <a:pt x="242347" y="0"/>
                    <a:pt x="278818" y="10307"/>
                    <a:pt x="306568" y="24314"/>
                  </a:cubicBezTo>
                  <a:lnTo>
                    <a:pt x="297318" y="72942"/>
                  </a:lnTo>
                  <a:cubicBezTo>
                    <a:pt x="270097" y="58935"/>
                    <a:pt x="237590" y="50214"/>
                    <a:pt x="197155" y="50214"/>
                  </a:cubicBezTo>
                  <a:cubicBezTo>
                    <a:pt x="119456" y="50214"/>
                    <a:pt x="68449" y="98842"/>
                    <a:pt x="68449" y="204290"/>
                  </a:cubicBezTo>
                  <a:lnTo>
                    <a:pt x="68449" y="225697"/>
                  </a:lnTo>
                  <a:cubicBezTo>
                    <a:pt x="68449" y="322953"/>
                    <a:pt x="117606" y="368938"/>
                    <a:pt x="196627" y="368938"/>
                  </a:cubicBezTo>
                  <a:cubicBezTo>
                    <a:pt x="241290" y="368938"/>
                    <a:pt x="273797" y="357838"/>
                    <a:pt x="304454" y="344095"/>
                  </a:cubicBezTo>
                  <a:lnTo>
                    <a:pt x="313704" y="392723"/>
                  </a:lnTo>
                  <a:cubicBezTo>
                    <a:pt x="284104" y="408844"/>
                    <a:pt x="242347" y="419416"/>
                    <a:pt x="187376" y="419416"/>
                  </a:cubicBezTo>
                  <a:cubicBezTo>
                    <a:pt x="70828" y="419416"/>
                    <a:pt x="264" y="353874"/>
                    <a:pt x="264" y="226490"/>
                  </a:cubicBezTo>
                </a:path>
              </a:pathLst>
            </a:custGeom>
            <a:solidFill>
              <a:schemeClr val="accent2"/>
            </a:solidFill>
            <a:ln w="26408" cap="flat">
              <a:noFill/>
              <a:prstDash val="solid"/>
              <a:miter/>
            </a:ln>
          </p:spPr>
          <p:txBody>
            <a:bodyPr rtlCol="0" anchor="ctr"/>
            <a:lstStyle/>
            <a:p>
              <a:endParaRPr lang="es-ES" sz="1092"/>
            </a:p>
          </p:txBody>
        </p:sp>
        <p:sp>
          <p:nvSpPr>
            <p:cNvPr id="67" name="Forma libre: forma 66">
              <a:extLst>
                <a:ext uri="{FF2B5EF4-FFF2-40B4-BE49-F238E27FC236}">
                  <a16:creationId xmlns:a16="http://schemas.microsoft.com/office/drawing/2014/main" id="{7FB0A627-B09B-26DA-DDE5-E2E2B49090E7}"/>
                </a:ext>
              </a:extLst>
            </p:cNvPr>
            <p:cNvSpPr/>
            <p:nvPr/>
          </p:nvSpPr>
          <p:spPr>
            <a:xfrm>
              <a:off x="8192291" y="3427150"/>
              <a:ext cx="262432" cy="312910"/>
            </a:xfrm>
            <a:custGeom>
              <a:avLst/>
              <a:gdLst>
                <a:gd name="connsiteX0" fmla="*/ 262433 w 262432"/>
                <a:gd name="connsiteY0" fmla="*/ 175483 h 312910"/>
                <a:gd name="connsiteX1" fmla="*/ 64221 w 262432"/>
                <a:gd name="connsiteY1" fmla="*/ 175483 h 312910"/>
                <a:gd name="connsiteX2" fmla="*/ 152755 w 262432"/>
                <a:gd name="connsiteY2" fmla="*/ 265339 h 312910"/>
                <a:gd name="connsiteX3" fmla="*/ 247104 w 262432"/>
                <a:gd name="connsiteY3" fmla="*/ 243932 h 312910"/>
                <a:gd name="connsiteX4" fmla="*/ 256883 w 262432"/>
                <a:gd name="connsiteY4" fmla="*/ 289653 h 312910"/>
                <a:gd name="connsiteX5" fmla="*/ 143241 w 262432"/>
                <a:gd name="connsiteY5" fmla="*/ 312910 h 312910"/>
                <a:gd name="connsiteX6" fmla="*/ 0 w 262432"/>
                <a:gd name="connsiteY6" fmla="*/ 164648 h 312910"/>
                <a:gd name="connsiteX7" fmla="*/ 0 w 262432"/>
                <a:gd name="connsiteY7" fmla="*/ 146148 h 312910"/>
                <a:gd name="connsiteX8" fmla="*/ 136898 w 262432"/>
                <a:gd name="connsiteY8" fmla="*/ 0 h 312910"/>
                <a:gd name="connsiteX9" fmla="*/ 262169 w 262432"/>
                <a:gd name="connsiteY9" fmla="*/ 141391 h 312910"/>
                <a:gd name="connsiteX10" fmla="*/ 262169 w 262432"/>
                <a:gd name="connsiteY10" fmla="*/ 175483 h 312910"/>
                <a:gd name="connsiteX11" fmla="*/ 64221 w 262432"/>
                <a:gd name="connsiteY11" fmla="*/ 133198 h 312910"/>
                <a:gd name="connsiteX12" fmla="*/ 200326 w 262432"/>
                <a:gd name="connsiteY12" fmla="*/ 133198 h 312910"/>
                <a:gd name="connsiteX13" fmla="*/ 134255 w 262432"/>
                <a:gd name="connsiteY13" fmla="*/ 45192 h 312910"/>
                <a:gd name="connsiteX14" fmla="*/ 64221 w 262432"/>
                <a:gd name="connsiteY14" fmla="*/ 133198 h 3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432" h="312910">
                  <a:moveTo>
                    <a:pt x="262433" y="175483"/>
                  </a:moveTo>
                  <a:lnTo>
                    <a:pt x="64221" y="175483"/>
                  </a:lnTo>
                  <a:cubicBezTo>
                    <a:pt x="67128" y="240497"/>
                    <a:pt x="98313" y="265339"/>
                    <a:pt x="152755" y="265339"/>
                  </a:cubicBezTo>
                  <a:cubicBezTo>
                    <a:pt x="188169" y="265339"/>
                    <a:pt x="219354" y="255561"/>
                    <a:pt x="247104" y="243932"/>
                  </a:cubicBezTo>
                  <a:lnTo>
                    <a:pt x="256883" y="289653"/>
                  </a:lnTo>
                  <a:cubicBezTo>
                    <a:pt x="227283" y="302339"/>
                    <a:pt x="188962" y="312910"/>
                    <a:pt x="143241" y="312910"/>
                  </a:cubicBezTo>
                  <a:cubicBezTo>
                    <a:pt x="49949" y="312910"/>
                    <a:pt x="0" y="264282"/>
                    <a:pt x="0" y="164648"/>
                  </a:cubicBezTo>
                  <a:lnTo>
                    <a:pt x="0" y="146148"/>
                  </a:lnTo>
                  <a:cubicBezTo>
                    <a:pt x="0" y="47571"/>
                    <a:pt x="54970" y="0"/>
                    <a:pt x="136898" y="0"/>
                  </a:cubicBezTo>
                  <a:cubicBezTo>
                    <a:pt x="218826" y="0"/>
                    <a:pt x="262169" y="47042"/>
                    <a:pt x="262169" y="141391"/>
                  </a:cubicBezTo>
                  <a:lnTo>
                    <a:pt x="262169" y="175483"/>
                  </a:lnTo>
                  <a:close/>
                  <a:moveTo>
                    <a:pt x="64221" y="133198"/>
                  </a:moveTo>
                  <a:lnTo>
                    <a:pt x="200326" y="133198"/>
                  </a:lnTo>
                  <a:cubicBezTo>
                    <a:pt x="198476" y="67128"/>
                    <a:pt x="177598" y="45192"/>
                    <a:pt x="134255" y="45192"/>
                  </a:cubicBezTo>
                  <a:cubicBezTo>
                    <a:pt x="90913" y="45192"/>
                    <a:pt x="67128" y="68449"/>
                    <a:pt x="64221" y="133198"/>
                  </a:cubicBezTo>
                </a:path>
              </a:pathLst>
            </a:custGeom>
            <a:solidFill>
              <a:schemeClr val="accent2"/>
            </a:solidFill>
            <a:ln w="26408" cap="flat">
              <a:noFill/>
              <a:prstDash val="solid"/>
              <a:miter/>
            </a:ln>
          </p:spPr>
          <p:txBody>
            <a:bodyPr rtlCol="0" anchor="ctr"/>
            <a:lstStyle/>
            <a:p>
              <a:endParaRPr lang="es-ES" sz="1092"/>
            </a:p>
          </p:txBody>
        </p:sp>
        <p:sp>
          <p:nvSpPr>
            <p:cNvPr id="68" name="Forma libre: forma 67">
              <a:extLst>
                <a:ext uri="{FF2B5EF4-FFF2-40B4-BE49-F238E27FC236}">
                  <a16:creationId xmlns:a16="http://schemas.microsoft.com/office/drawing/2014/main" id="{CB5907D0-3A98-661D-42E9-68111067F3D8}"/>
                </a:ext>
              </a:extLst>
            </p:cNvPr>
            <p:cNvSpPr/>
            <p:nvPr/>
          </p:nvSpPr>
          <p:spPr>
            <a:xfrm>
              <a:off x="8507580" y="3330422"/>
              <a:ext cx="63692" cy="404351"/>
            </a:xfrm>
            <a:custGeom>
              <a:avLst/>
              <a:gdLst>
                <a:gd name="connsiteX0" fmla="*/ 0 w 63692"/>
                <a:gd name="connsiteY0" fmla="*/ 0 h 404351"/>
                <a:gd name="connsiteX1" fmla="*/ 63692 w 63692"/>
                <a:gd name="connsiteY1" fmla="*/ 0 h 404351"/>
                <a:gd name="connsiteX2" fmla="*/ 63692 w 63692"/>
                <a:gd name="connsiteY2" fmla="*/ 404352 h 404351"/>
                <a:gd name="connsiteX3" fmla="*/ 0 w 63692"/>
                <a:gd name="connsiteY3" fmla="*/ 404352 h 404351"/>
              </a:gdLst>
              <a:ahLst/>
              <a:cxnLst>
                <a:cxn ang="0">
                  <a:pos x="connsiteX0" y="connsiteY0"/>
                </a:cxn>
                <a:cxn ang="0">
                  <a:pos x="connsiteX1" y="connsiteY1"/>
                </a:cxn>
                <a:cxn ang="0">
                  <a:pos x="connsiteX2" y="connsiteY2"/>
                </a:cxn>
                <a:cxn ang="0">
                  <a:pos x="connsiteX3" y="connsiteY3"/>
                </a:cxn>
              </a:cxnLst>
              <a:rect l="l" t="t" r="r" b="b"/>
              <a:pathLst>
                <a:path w="63692" h="404351">
                  <a:moveTo>
                    <a:pt x="0" y="0"/>
                  </a:moveTo>
                  <a:lnTo>
                    <a:pt x="63692" y="0"/>
                  </a:lnTo>
                  <a:lnTo>
                    <a:pt x="63692" y="404352"/>
                  </a:lnTo>
                  <a:lnTo>
                    <a:pt x="0" y="404352"/>
                  </a:lnTo>
                  <a:close/>
                </a:path>
              </a:pathLst>
            </a:custGeom>
            <a:solidFill>
              <a:schemeClr val="accent2"/>
            </a:solidFill>
            <a:ln w="26408" cap="flat">
              <a:noFill/>
              <a:prstDash val="solid"/>
              <a:miter/>
            </a:ln>
          </p:spPr>
          <p:txBody>
            <a:bodyPr rtlCol="0" anchor="ctr"/>
            <a:lstStyle/>
            <a:p>
              <a:endParaRPr lang="es-ES" sz="1092"/>
            </a:p>
          </p:txBody>
        </p:sp>
        <p:sp>
          <p:nvSpPr>
            <p:cNvPr id="69" name="Forma libre: forma 68">
              <a:extLst>
                <a:ext uri="{FF2B5EF4-FFF2-40B4-BE49-F238E27FC236}">
                  <a16:creationId xmlns:a16="http://schemas.microsoft.com/office/drawing/2014/main" id="{7FCD0532-BEF6-A3FE-7582-A96FB7DE979C}"/>
                </a:ext>
              </a:extLst>
            </p:cNvPr>
            <p:cNvSpPr/>
            <p:nvPr/>
          </p:nvSpPr>
          <p:spPr>
            <a:xfrm>
              <a:off x="8621751" y="3429792"/>
              <a:ext cx="252125" cy="313174"/>
            </a:xfrm>
            <a:custGeom>
              <a:avLst/>
              <a:gdLst>
                <a:gd name="connsiteX0" fmla="*/ 252126 w 252125"/>
                <a:gd name="connsiteY0" fmla="*/ 304982 h 313174"/>
                <a:gd name="connsiteX1" fmla="*/ 195305 w 252125"/>
                <a:gd name="connsiteY1" fmla="*/ 304982 h 313174"/>
                <a:gd name="connsiteX2" fmla="*/ 192398 w 252125"/>
                <a:gd name="connsiteY2" fmla="*/ 267982 h 313174"/>
                <a:gd name="connsiteX3" fmla="*/ 102541 w 252125"/>
                <a:gd name="connsiteY3" fmla="*/ 313174 h 313174"/>
                <a:gd name="connsiteX4" fmla="*/ 0 w 252125"/>
                <a:gd name="connsiteY4" fmla="*/ 221733 h 313174"/>
                <a:gd name="connsiteX5" fmla="*/ 135048 w 252125"/>
                <a:gd name="connsiteY5" fmla="*/ 124477 h 313174"/>
                <a:gd name="connsiteX6" fmla="*/ 188962 w 252125"/>
                <a:gd name="connsiteY6" fmla="*/ 127384 h 313174"/>
                <a:gd name="connsiteX7" fmla="*/ 188962 w 252125"/>
                <a:gd name="connsiteY7" fmla="*/ 112848 h 313174"/>
                <a:gd name="connsiteX8" fmla="*/ 120513 w 252125"/>
                <a:gd name="connsiteY8" fmla="*/ 47835 h 313174"/>
                <a:gd name="connsiteX9" fmla="*/ 27749 w 252125"/>
                <a:gd name="connsiteY9" fmla="*/ 71092 h 313174"/>
                <a:gd name="connsiteX10" fmla="*/ 19028 w 252125"/>
                <a:gd name="connsiteY10" fmla="*/ 24842 h 313174"/>
                <a:gd name="connsiteX11" fmla="*/ 128441 w 252125"/>
                <a:gd name="connsiteY11" fmla="*/ 0 h 313174"/>
                <a:gd name="connsiteX12" fmla="*/ 251862 w 252125"/>
                <a:gd name="connsiteY12" fmla="*/ 114170 h 313174"/>
                <a:gd name="connsiteX13" fmla="*/ 251862 w 252125"/>
                <a:gd name="connsiteY13" fmla="*/ 305510 h 313174"/>
                <a:gd name="connsiteX14" fmla="*/ 117077 w 252125"/>
                <a:gd name="connsiteY14" fmla="*/ 267189 h 313174"/>
                <a:gd name="connsiteX15" fmla="*/ 188962 w 252125"/>
                <a:gd name="connsiteY15" fmla="*/ 197683 h 313174"/>
                <a:gd name="connsiteX16" fmla="*/ 188962 w 252125"/>
                <a:gd name="connsiteY16" fmla="*/ 168083 h 313174"/>
                <a:gd name="connsiteX17" fmla="*/ 139013 w 252125"/>
                <a:gd name="connsiteY17" fmla="*/ 165705 h 313174"/>
                <a:gd name="connsiteX18" fmla="*/ 63692 w 252125"/>
                <a:gd name="connsiteY18" fmla="*/ 217768 h 313174"/>
                <a:gd name="connsiteX19" fmla="*/ 117077 w 252125"/>
                <a:gd name="connsiteY19" fmla="*/ 266925 h 31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2125" h="313174">
                  <a:moveTo>
                    <a:pt x="252126" y="304982"/>
                  </a:moveTo>
                  <a:lnTo>
                    <a:pt x="195305" y="304982"/>
                  </a:lnTo>
                  <a:lnTo>
                    <a:pt x="192398" y="267982"/>
                  </a:lnTo>
                  <a:cubicBezTo>
                    <a:pt x="177862" y="295732"/>
                    <a:pt x="148262" y="313174"/>
                    <a:pt x="102541" y="313174"/>
                  </a:cubicBezTo>
                  <a:cubicBezTo>
                    <a:pt x="48099" y="313174"/>
                    <a:pt x="0" y="290446"/>
                    <a:pt x="0" y="221733"/>
                  </a:cubicBezTo>
                  <a:cubicBezTo>
                    <a:pt x="0" y="167291"/>
                    <a:pt x="27221" y="124477"/>
                    <a:pt x="135048" y="124477"/>
                  </a:cubicBezTo>
                  <a:cubicBezTo>
                    <a:pt x="154077" y="124477"/>
                    <a:pt x="172841" y="125534"/>
                    <a:pt x="188962" y="127384"/>
                  </a:cubicBezTo>
                  <a:lnTo>
                    <a:pt x="188962" y="112848"/>
                  </a:lnTo>
                  <a:cubicBezTo>
                    <a:pt x="188962" y="68185"/>
                    <a:pt x="166234" y="47835"/>
                    <a:pt x="120513" y="47835"/>
                  </a:cubicBezTo>
                  <a:cubicBezTo>
                    <a:pt x="89063" y="47835"/>
                    <a:pt x="55499" y="57085"/>
                    <a:pt x="27749" y="71092"/>
                  </a:cubicBezTo>
                  <a:lnTo>
                    <a:pt x="19028" y="24842"/>
                  </a:lnTo>
                  <a:cubicBezTo>
                    <a:pt x="43871" y="12157"/>
                    <a:pt x="83249" y="0"/>
                    <a:pt x="128441" y="0"/>
                  </a:cubicBezTo>
                  <a:cubicBezTo>
                    <a:pt x="212483" y="0"/>
                    <a:pt x="251862" y="39907"/>
                    <a:pt x="251862" y="114170"/>
                  </a:cubicBezTo>
                  <a:lnTo>
                    <a:pt x="251862" y="305510"/>
                  </a:lnTo>
                  <a:close/>
                  <a:moveTo>
                    <a:pt x="117077" y="267189"/>
                  </a:moveTo>
                  <a:cubicBezTo>
                    <a:pt x="158834" y="267189"/>
                    <a:pt x="188962" y="247368"/>
                    <a:pt x="188962" y="197683"/>
                  </a:cubicBezTo>
                  <a:lnTo>
                    <a:pt x="188962" y="168083"/>
                  </a:lnTo>
                  <a:cubicBezTo>
                    <a:pt x="172048" y="166233"/>
                    <a:pt x="155927" y="165705"/>
                    <a:pt x="139013" y="165705"/>
                  </a:cubicBezTo>
                  <a:cubicBezTo>
                    <a:pt x="79285" y="165705"/>
                    <a:pt x="63692" y="185526"/>
                    <a:pt x="63692" y="217768"/>
                  </a:cubicBezTo>
                  <a:cubicBezTo>
                    <a:pt x="63692" y="254768"/>
                    <a:pt x="84042" y="266925"/>
                    <a:pt x="117077" y="266925"/>
                  </a:cubicBezTo>
                </a:path>
              </a:pathLst>
            </a:custGeom>
            <a:solidFill>
              <a:schemeClr val="accent2"/>
            </a:solidFill>
            <a:ln w="26408" cap="flat">
              <a:noFill/>
              <a:prstDash val="solid"/>
              <a:miter/>
            </a:ln>
          </p:spPr>
          <p:txBody>
            <a:bodyPr rtlCol="0" anchor="ctr"/>
            <a:lstStyle/>
            <a:p>
              <a:endParaRPr lang="es-ES" sz="1092"/>
            </a:p>
          </p:txBody>
        </p:sp>
      </p:grpSp>
      <p:grpSp>
        <p:nvGrpSpPr>
          <p:cNvPr id="32" name="Grupo 31">
            <a:extLst>
              <a:ext uri="{FF2B5EF4-FFF2-40B4-BE49-F238E27FC236}">
                <a16:creationId xmlns:a16="http://schemas.microsoft.com/office/drawing/2014/main" id="{FA2EFFBA-F2C1-EDD1-52D4-55489ED7B209}"/>
              </a:ext>
            </a:extLst>
          </p:cNvPr>
          <p:cNvGrpSpPr/>
          <p:nvPr userDrawn="1"/>
        </p:nvGrpSpPr>
        <p:grpSpPr>
          <a:xfrm>
            <a:off x="9310255" y="6102192"/>
            <a:ext cx="1006263" cy="582072"/>
            <a:chOff x="9310255" y="6102192"/>
            <a:chExt cx="1006263" cy="582072"/>
          </a:xfrm>
        </p:grpSpPr>
        <p:sp>
          <p:nvSpPr>
            <p:cNvPr id="33" name="Rectángulo 32">
              <a:extLst>
                <a:ext uri="{FF2B5EF4-FFF2-40B4-BE49-F238E27FC236}">
                  <a16:creationId xmlns:a16="http://schemas.microsoft.com/office/drawing/2014/main" id="{4FCFF585-29AD-59A4-28D2-99F778A4423E}"/>
                </a:ext>
              </a:extLst>
            </p:cNvPr>
            <p:cNvSpPr/>
            <p:nvPr userDrawn="1"/>
          </p:nvSpPr>
          <p:spPr>
            <a:xfrm>
              <a:off x="9310255" y="6102192"/>
              <a:ext cx="1006263" cy="582072"/>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092"/>
            </a:p>
          </p:txBody>
        </p:sp>
        <p:pic>
          <p:nvPicPr>
            <p:cNvPr id="34" name="Imagen 33">
              <a:extLst>
                <a:ext uri="{FF2B5EF4-FFF2-40B4-BE49-F238E27FC236}">
                  <a16:creationId xmlns:a16="http://schemas.microsoft.com/office/drawing/2014/main" id="{EEC641E3-8368-7B1A-09BC-68FC6E034C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49339" y="6141136"/>
              <a:ext cx="758121" cy="449412"/>
            </a:xfrm>
            <a:prstGeom prst="rect">
              <a:avLst/>
            </a:prstGeom>
          </p:spPr>
        </p:pic>
      </p:grpSp>
    </p:spTree>
    <p:extLst>
      <p:ext uri="{BB962C8B-B14F-4D97-AF65-F5344CB8AC3E}">
        <p14:creationId xmlns:p14="http://schemas.microsoft.com/office/powerpoint/2010/main" val="208955184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061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bodyStyle>
    <p:other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otherStyle>
  </p:txStyles>
  <p:extLst>
    <p:ext uri="{27BBF7A9-308A-43DC-89C8-2F10F3537804}">
      <p15:sldGuideLst xmlns:p15="http://schemas.microsoft.com/office/powerpoint/2012/main">
        <p15:guide id="1" orient="horz" pos="3562">
          <p15:clr>
            <a:srgbClr val="F26B43"/>
          </p15:clr>
        </p15:guide>
        <p15:guide id="2" pos="63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91C91EF4-0065-A02A-BCFB-0C91E8380579}"/>
              </a:ext>
            </a:extLst>
          </p:cNvPr>
          <p:cNvSpPr txBox="1"/>
          <p:nvPr/>
        </p:nvSpPr>
        <p:spPr>
          <a:xfrm>
            <a:off x="294711" y="896389"/>
            <a:ext cx="12001821" cy="1361527"/>
          </a:xfrm>
          <a:prstGeom prst="rect">
            <a:avLst/>
          </a:prstGeom>
          <a:noFill/>
        </p:spPr>
        <p:txBody>
          <a:bodyPr wrap="square">
            <a:spAutoFit/>
          </a:bodyPr>
          <a:lstStyle/>
          <a:p>
            <a:pPr defTabSz="554492"/>
            <a:r>
              <a:rPr lang="en-US" sz="2426" b="1" kern="0" dirty="0">
                <a:solidFill>
                  <a:sysClr val="windowText" lastClr="000000"/>
                </a:solidFill>
              </a:rPr>
              <a:t>Business Case </a:t>
            </a:r>
          </a:p>
          <a:p>
            <a:pPr defTabSz="554492"/>
            <a:r>
              <a:rPr lang="en-US" sz="2426" b="1" kern="0" dirty="0">
                <a:solidFill>
                  <a:sysClr val="windowText" lastClr="000000"/>
                </a:solidFill>
              </a:rPr>
              <a:t>Using Data to Understand Customer Behavior and Support Retention Decisions</a:t>
            </a:r>
          </a:p>
          <a:p>
            <a:pPr defTabSz="554492"/>
            <a:endParaRPr lang="en-US" sz="1698" kern="0" dirty="0">
              <a:solidFill>
                <a:sysClr val="windowText" lastClr="000000"/>
              </a:solidFill>
            </a:endParaRPr>
          </a:p>
          <a:p>
            <a:pPr defTabSz="554492"/>
            <a:endParaRPr lang="en-US" sz="1698" kern="0" dirty="0">
              <a:solidFill>
                <a:sysClr val="windowText" lastClr="000000"/>
              </a:solidFill>
            </a:endParaRPr>
          </a:p>
        </p:txBody>
      </p:sp>
      <p:pic>
        <p:nvPicPr>
          <p:cNvPr id="3" name="Imagen 2">
            <a:extLst>
              <a:ext uri="{FF2B5EF4-FFF2-40B4-BE49-F238E27FC236}">
                <a16:creationId xmlns:a16="http://schemas.microsoft.com/office/drawing/2014/main" id="{43101EA5-2B24-819D-E8A3-20056D8F844C}"/>
              </a:ext>
            </a:extLst>
          </p:cNvPr>
          <p:cNvPicPr>
            <a:picLocks noChangeAspect="1"/>
          </p:cNvPicPr>
          <p:nvPr/>
        </p:nvPicPr>
        <p:blipFill>
          <a:blip r:embed="rId3"/>
          <a:stretch>
            <a:fillRect/>
          </a:stretch>
        </p:blipFill>
        <p:spPr>
          <a:xfrm>
            <a:off x="10375240" y="5088297"/>
            <a:ext cx="1221092" cy="1229941"/>
          </a:xfrm>
          <a:prstGeom prst="rect">
            <a:avLst/>
          </a:prstGeom>
        </p:spPr>
      </p:pic>
      <p:sp>
        <p:nvSpPr>
          <p:cNvPr id="4" name="CuadroTexto 3">
            <a:extLst>
              <a:ext uri="{FF2B5EF4-FFF2-40B4-BE49-F238E27FC236}">
                <a16:creationId xmlns:a16="http://schemas.microsoft.com/office/drawing/2014/main" id="{E10CF62A-B0D4-C765-EE72-8FD841210CC4}"/>
              </a:ext>
            </a:extLst>
          </p:cNvPr>
          <p:cNvSpPr txBox="1"/>
          <p:nvPr/>
        </p:nvSpPr>
        <p:spPr>
          <a:xfrm>
            <a:off x="272123" y="1769372"/>
            <a:ext cx="11647754" cy="4794389"/>
          </a:xfrm>
          <a:prstGeom prst="rect">
            <a:avLst/>
          </a:prstGeom>
          <a:noFill/>
        </p:spPr>
        <p:txBody>
          <a:bodyPr wrap="square">
            <a:spAutoFit/>
          </a:bodyPr>
          <a:lstStyle/>
          <a:p>
            <a:pPr defTabSz="554492"/>
            <a:r>
              <a:rPr lang="en-US" sz="1455" kern="0" dirty="0">
                <a:solidFill>
                  <a:sysClr val="windowText" lastClr="000000"/>
                </a:solidFill>
                <a:latin typeface="Arial"/>
              </a:rPr>
              <a:t>An organization offering a widely used consumer financial product has started to observe a consistent decline in active customers. While overall acquisition remains stable, a growing number of customers reduce their usage or stop engaging with the product altogether.</a:t>
            </a:r>
          </a:p>
          <a:p>
            <a:pPr defTabSz="554492"/>
            <a:r>
              <a:rPr lang="en-US" sz="1455" kern="0" dirty="0">
                <a:solidFill>
                  <a:sysClr val="windowText" lastClr="000000"/>
                </a:solidFill>
                <a:latin typeface="Arial"/>
              </a:rPr>
              <a:t>From a business perspective, this is not only a customer loss problem. It directly impacts future revenue, reduces opportunities for cross-selling, and affects the efficiency of commercial and operational efforts. However, the organization does not have a clear understanding of why customers are leaving, nor how early those signals can be detected.</a:t>
            </a:r>
          </a:p>
          <a:p>
            <a:pPr defTabSz="554492"/>
            <a:endParaRPr lang="en-US" sz="1455" kern="0" dirty="0">
              <a:solidFill>
                <a:sysClr val="windowText" lastClr="000000"/>
              </a:solidFill>
              <a:latin typeface="Arial"/>
            </a:endParaRPr>
          </a:p>
          <a:p>
            <a:pPr defTabSz="554492"/>
            <a:r>
              <a:rPr lang="en-US" sz="1455" kern="0" dirty="0">
                <a:solidFill>
                  <a:sysClr val="windowText" lastClr="000000"/>
                </a:solidFill>
                <a:latin typeface="Arial"/>
              </a:rPr>
              <a:t>The company has access to historical data on its customers, including both those who remain active and those who have left. This data includes information about customer profiles, their relationship with the organization, and their recent behavior in terms of product usage and interactions.</a:t>
            </a:r>
          </a:p>
          <a:p>
            <a:pPr defTabSz="554492"/>
            <a:r>
              <a:rPr lang="en-US" sz="1455" kern="0" dirty="0">
                <a:solidFill>
                  <a:sysClr val="windowText" lastClr="000000"/>
                </a:solidFill>
                <a:latin typeface="Arial"/>
              </a:rPr>
              <a:t>The goal is not simply to describe the data, but to use it to better understand the dynamics behind customer attrition.</a:t>
            </a:r>
          </a:p>
          <a:p>
            <a:pPr defTabSz="554492"/>
            <a:r>
              <a:rPr lang="en-US" sz="1455" kern="0" dirty="0">
                <a:solidFill>
                  <a:sysClr val="windowText" lastClr="000000"/>
                </a:solidFill>
                <a:latin typeface="Arial"/>
              </a:rPr>
              <a:t>More specifically, the organization is trying to answer questions such as:</a:t>
            </a:r>
          </a:p>
          <a:p>
            <a:pPr defTabSz="554492">
              <a:buFont typeface="Arial" panose="020B0604020202020204" pitchFamily="34" charset="0"/>
              <a:buChar char="•"/>
            </a:pPr>
            <a:r>
              <a:rPr lang="en-US" sz="1455" kern="0" dirty="0">
                <a:solidFill>
                  <a:sysClr val="windowText" lastClr="000000"/>
                </a:solidFill>
                <a:latin typeface="Arial"/>
              </a:rPr>
              <a:t>What differentiates customers who remain active from those who leave? </a:t>
            </a:r>
          </a:p>
          <a:p>
            <a:pPr defTabSz="554492">
              <a:buFont typeface="Arial" panose="020B0604020202020204" pitchFamily="34" charset="0"/>
              <a:buChar char="•"/>
            </a:pPr>
            <a:r>
              <a:rPr lang="en-US" sz="1455" kern="0" dirty="0">
                <a:solidFill>
                  <a:sysClr val="windowText" lastClr="000000"/>
                </a:solidFill>
                <a:latin typeface="Arial"/>
              </a:rPr>
              <a:t>Are there early signals that indicate a weakening relationship before a customer churns? </a:t>
            </a:r>
          </a:p>
          <a:p>
            <a:pPr defTabSz="554492">
              <a:buFont typeface="Arial" panose="020B0604020202020204" pitchFamily="34" charset="0"/>
              <a:buChar char="•"/>
            </a:pPr>
            <a:r>
              <a:rPr lang="en-US" sz="1455" kern="0" dirty="0">
                <a:solidFill>
                  <a:sysClr val="windowText" lastClr="000000"/>
                </a:solidFill>
                <a:latin typeface="Arial"/>
              </a:rPr>
              <a:t>Are these signals more related to who the customer is, or to how they behave over time? </a:t>
            </a:r>
          </a:p>
          <a:p>
            <a:pPr defTabSz="554492">
              <a:buFont typeface="Arial" panose="020B0604020202020204" pitchFamily="34" charset="0"/>
              <a:buChar char="•"/>
            </a:pPr>
            <a:r>
              <a:rPr lang="en-US" sz="1455" kern="0" dirty="0">
                <a:solidFill>
                  <a:sysClr val="windowText" lastClr="000000"/>
                </a:solidFill>
                <a:latin typeface="Arial"/>
              </a:rPr>
              <a:t>Can we identify patterns that consistently precede customer exit? </a:t>
            </a:r>
          </a:p>
          <a:p>
            <a:pPr defTabSz="554492"/>
            <a:endParaRPr lang="en-US" sz="1455" kern="0" dirty="0">
              <a:solidFill>
                <a:sysClr val="windowText" lastClr="000000"/>
              </a:solidFill>
              <a:latin typeface="Arial"/>
            </a:endParaRPr>
          </a:p>
          <a:p>
            <a:pPr defTabSz="554492"/>
            <a:r>
              <a:rPr lang="en-US" sz="1455" kern="0" dirty="0">
                <a:solidFill>
                  <a:sysClr val="windowText" lastClr="000000"/>
                </a:solidFill>
                <a:latin typeface="Arial"/>
              </a:rPr>
              <a:t>This involves:</a:t>
            </a:r>
          </a:p>
          <a:p>
            <a:pPr defTabSz="554492">
              <a:buFont typeface="Arial" panose="020B0604020202020204" pitchFamily="34" charset="0"/>
              <a:buChar char="•"/>
            </a:pPr>
            <a:r>
              <a:rPr lang="en-US" sz="1455" kern="0" dirty="0">
                <a:solidFill>
                  <a:sysClr val="windowText" lastClr="000000"/>
                </a:solidFill>
                <a:latin typeface="Arial"/>
              </a:rPr>
              <a:t>Exploring the data to identify meaningful patterns </a:t>
            </a:r>
          </a:p>
          <a:p>
            <a:pPr defTabSz="554492">
              <a:buFont typeface="Arial" panose="020B0604020202020204" pitchFamily="34" charset="0"/>
              <a:buChar char="•"/>
            </a:pPr>
            <a:r>
              <a:rPr lang="en-US" sz="1455" kern="0" dirty="0">
                <a:solidFill>
                  <a:sysClr val="windowText" lastClr="000000"/>
                </a:solidFill>
                <a:latin typeface="Arial"/>
              </a:rPr>
              <a:t>Interpreting those patterns in a business context </a:t>
            </a:r>
          </a:p>
          <a:p>
            <a:pPr defTabSz="554492">
              <a:buFont typeface="Arial" panose="020B0604020202020204" pitchFamily="34" charset="0"/>
              <a:buChar char="•"/>
            </a:pPr>
            <a:r>
              <a:rPr lang="en-US" sz="1455" kern="0" dirty="0">
                <a:solidFill>
                  <a:sysClr val="windowText" lastClr="000000"/>
                </a:solidFill>
                <a:latin typeface="Arial"/>
              </a:rPr>
              <a:t>Assessing whether they can help anticipate customer attrition </a:t>
            </a:r>
          </a:p>
          <a:p>
            <a:pPr defTabSz="554492">
              <a:buFont typeface="Arial" panose="020B0604020202020204" pitchFamily="34" charset="0"/>
              <a:buChar char="•"/>
            </a:pPr>
            <a:r>
              <a:rPr lang="en-US" sz="1455" kern="0" dirty="0">
                <a:solidFill>
                  <a:sysClr val="windowText" lastClr="000000"/>
                </a:solidFill>
                <a:latin typeface="Arial"/>
              </a:rPr>
              <a:t>Reflecting on how this information could be used to support decision-making </a:t>
            </a:r>
          </a:p>
        </p:txBody>
      </p:sp>
    </p:spTree>
    <p:extLst>
      <p:ext uri="{BB962C8B-B14F-4D97-AF65-F5344CB8AC3E}">
        <p14:creationId xmlns:p14="http://schemas.microsoft.com/office/powerpoint/2010/main" val="3703221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91C91EF4-0065-A02A-BCFB-0C91E8380579}"/>
              </a:ext>
            </a:extLst>
          </p:cNvPr>
          <p:cNvSpPr txBox="1"/>
          <p:nvPr/>
        </p:nvSpPr>
        <p:spPr>
          <a:xfrm>
            <a:off x="294711" y="896388"/>
            <a:ext cx="12001821" cy="838948"/>
          </a:xfrm>
          <a:prstGeom prst="rect">
            <a:avLst/>
          </a:prstGeom>
          <a:noFill/>
        </p:spPr>
        <p:txBody>
          <a:bodyPr wrap="square">
            <a:spAutoFit/>
          </a:bodyPr>
          <a:lstStyle/>
          <a:p>
            <a:r>
              <a:rPr lang="en-US" sz="2426" b="1" dirty="0"/>
              <a:t>Business Case </a:t>
            </a:r>
          </a:p>
          <a:p>
            <a:r>
              <a:rPr lang="es-ES" sz="2426" b="1" dirty="0"/>
              <a:t>How to explore the data</a:t>
            </a:r>
            <a:endParaRPr lang="en-US" sz="1698" b="1" dirty="0"/>
          </a:p>
        </p:txBody>
      </p:sp>
      <p:sp>
        <p:nvSpPr>
          <p:cNvPr id="6" name="CuadroTexto 5">
            <a:extLst>
              <a:ext uri="{FF2B5EF4-FFF2-40B4-BE49-F238E27FC236}">
                <a16:creationId xmlns:a16="http://schemas.microsoft.com/office/drawing/2014/main" id="{0F92F7FC-EAB8-82B8-F00B-1137AFE8A982}"/>
              </a:ext>
            </a:extLst>
          </p:cNvPr>
          <p:cNvSpPr txBox="1"/>
          <p:nvPr/>
        </p:nvSpPr>
        <p:spPr>
          <a:xfrm>
            <a:off x="244944" y="1769372"/>
            <a:ext cx="11003611" cy="2779222"/>
          </a:xfrm>
          <a:prstGeom prst="rect">
            <a:avLst/>
          </a:prstGeom>
          <a:noFill/>
        </p:spPr>
        <p:txBody>
          <a:bodyPr wrap="square">
            <a:spAutoFit/>
          </a:bodyPr>
          <a:lstStyle/>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p:txBody>
      </p:sp>
      <p:graphicFrame>
        <p:nvGraphicFramePr>
          <p:cNvPr id="3" name="Tabla 2">
            <a:extLst>
              <a:ext uri="{FF2B5EF4-FFF2-40B4-BE49-F238E27FC236}">
                <a16:creationId xmlns:a16="http://schemas.microsoft.com/office/drawing/2014/main" id="{95FEB4D1-CB4E-AE02-6BF9-B29C9A4E9CF2}"/>
              </a:ext>
            </a:extLst>
          </p:cNvPr>
          <p:cNvGraphicFramePr>
            <a:graphicFrameLocks noGrp="1"/>
          </p:cNvGraphicFramePr>
          <p:nvPr/>
        </p:nvGraphicFramePr>
        <p:xfrm>
          <a:off x="332126" y="4826303"/>
          <a:ext cx="10514188" cy="1564555"/>
        </p:xfrm>
        <a:graphic>
          <a:graphicData uri="http://schemas.openxmlformats.org/drawingml/2006/table">
            <a:tbl>
              <a:tblPr/>
              <a:tblGrid>
                <a:gridCol w="2008623">
                  <a:extLst>
                    <a:ext uri="{9D8B030D-6E8A-4147-A177-3AD203B41FA5}">
                      <a16:colId xmlns:a16="http://schemas.microsoft.com/office/drawing/2014/main" val="1204092641"/>
                    </a:ext>
                  </a:extLst>
                </a:gridCol>
                <a:gridCol w="8505565">
                  <a:extLst>
                    <a:ext uri="{9D8B030D-6E8A-4147-A177-3AD203B41FA5}">
                      <a16:colId xmlns:a16="http://schemas.microsoft.com/office/drawing/2014/main" val="2796075960"/>
                    </a:ext>
                  </a:extLst>
                </a:gridCol>
              </a:tblGrid>
              <a:tr h="277246">
                <a:tc>
                  <a:txBody>
                    <a:bodyPr/>
                    <a:lstStyle/>
                    <a:p>
                      <a:r>
                        <a:rPr lang="es-ES" sz="1500" b="1" dirty="0" err="1"/>
                        <a:t>Type</a:t>
                      </a:r>
                      <a:r>
                        <a:rPr lang="es-ES" sz="1500" b="1" dirty="0"/>
                        <a:t> of </a:t>
                      </a:r>
                      <a:r>
                        <a:rPr lang="es-ES" sz="1500" b="1" dirty="0" err="1"/>
                        <a:t>Information</a:t>
                      </a:r>
                      <a:endParaRPr lang="es-ES" sz="1500"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s-ES" sz="1500" b="1" dirty="0"/>
                        <a:t>Variables</a:t>
                      </a:r>
                      <a:endParaRPr lang="es-ES" sz="1500"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11905342"/>
                  </a:ext>
                </a:extLst>
              </a:tr>
              <a:tr h="388145">
                <a:tc>
                  <a:txBody>
                    <a:bodyPr/>
                    <a:lstStyle/>
                    <a:p>
                      <a:r>
                        <a:rPr lang="es-ES" sz="1100" b="1" i="0" dirty="0"/>
                        <a:t>Customer </a:t>
                      </a:r>
                      <a:r>
                        <a:rPr lang="es-ES" sz="1100" b="1" i="0" dirty="0" err="1"/>
                        <a:t>Profile</a:t>
                      </a:r>
                      <a:endParaRPr lang="es-ES" sz="1100" b="1" i="0"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i="1" dirty="0" err="1"/>
                        <a:t>Customer_Age</a:t>
                      </a:r>
                      <a:r>
                        <a:rPr lang="en-US" sz="1100" i="1" dirty="0"/>
                        <a:t>, Gender, </a:t>
                      </a:r>
                      <a:r>
                        <a:rPr lang="en-US" sz="1100" i="1" dirty="0" err="1"/>
                        <a:t>Dependent_count</a:t>
                      </a:r>
                      <a:r>
                        <a:rPr lang="en-US" sz="1100" i="1" dirty="0"/>
                        <a:t>, </a:t>
                      </a:r>
                      <a:r>
                        <a:rPr lang="en-US" sz="1100" i="1" dirty="0" err="1"/>
                        <a:t>Education_Level</a:t>
                      </a:r>
                      <a:r>
                        <a:rPr lang="en-US" sz="1100" i="1" dirty="0"/>
                        <a:t>, </a:t>
                      </a:r>
                      <a:r>
                        <a:rPr lang="en-US" sz="1100" i="1" dirty="0" err="1"/>
                        <a:t>Marital_Status</a:t>
                      </a:r>
                      <a:r>
                        <a:rPr lang="en-US" sz="1100" i="1" dirty="0"/>
                        <a:t>, </a:t>
                      </a:r>
                      <a:r>
                        <a:rPr lang="en-US" sz="1100" i="1" dirty="0" err="1"/>
                        <a:t>Income_Category</a:t>
                      </a:r>
                      <a:endParaRPr lang="en-US" sz="1100" i="1"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615010"/>
                  </a:ext>
                </a:extLst>
              </a:tr>
              <a:tr h="221797">
                <a:tc>
                  <a:txBody>
                    <a:bodyPr/>
                    <a:lstStyle/>
                    <a:p>
                      <a:r>
                        <a:rPr lang="es-ES" sz="1100" b="1" i="0" dirty="0" err="1"/>
                        <a:t>Relationship</a:t>
                      </a:r>
                      <a:r>
                        <a:rPr lang="es-ES" sz="1100" b="1" i="0" dirty="0"/>
                        <a:t> with Company</a:t>
                      </a:r>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i="1" dirty="0" err="1"/>
                        <a:t>Months_on_book</a:t>
                      </a:r>
                      <a:r>
                        <a:rPr lang="en-US" sz="1100" i="1" dirty="0"/>
                        <a:t>, </a:t>
                      </a:r>
                      <a:r>
                        <a:rPr lang="en-US" sz="1100" i="1" dirty="0" err="1"/>
                        <a:t>Total_Relationship_Count</a:t>
                      </a:r>
                      <a:r>
                        <a:rPr lang="en-US" sz="1100" i="1" dirty="0"/>
                        <a:t>, </a:t>
                      </a:r>
                      <a:r>
                        <a:rPr lang="en-US" sz="1100" i="1" dirty="0" err="1"/>
                        <a:t>Card_Category</a:t>
                      </a:r>
                      <a:r>
                        <a:rPr lang="en-US" sz="1100" i="1" dirty="0"/>
                        <a:t>, </a:t>
                      </a:r>
                      <a:r>
                        <a:rPr lang="en-US" sz="1100" i="1" dirty="0" err="1"/>
                        <a:t>Credit_Limit</a:t>
                      </a:r>
                      <a:endParaRPr lang="en-US" sz="1100" i="1"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3930484"/>
                  </a:ext>
                </a:extLst>
              </a:tr>
              <a:tr h="221797">
                <a:tc>
                  <a:txBody>
                    <a:bodyPr/>
                    <a:lstStyle/>
                    <a:p>
                      <a:r>
                        <a:rPr lang="es-ES" sz="1100" b="1" i="0" dirty="0" err="1"/>
                        <a:t>Activity</a:t>
                      </a:r>
                      <a:r>
                        <a:rPr lang="es-ES" sz="1100" b="1" i="0" dirty="0"/>
                        <a:t> &amp; </a:t>
                      </a:r>
                      <a:r>
                        <a:rPr lang="es-ES" sz="1100" b="1" i="0" dirty="0" err="1"/>
                        <a:t>Interaction</a:t>
                      </a:r>
                      <a:endParaRPr lang="es-ES" sz="1100" b="1" i="0"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100" i="1" dirty="0" err="1"/>
                        <a:t>Total_Trans_Amt</a:t>
                      </a:r>
                      <a:r>
                        <a:rPr lang="es-ES" sz="1100" i="1" dirty="0"/>
                        <a:t>, </a:t>
                      </a:r>
                      <a:r>
                        <a:rPr lang="es-ES" sz="1100" i="1" dirty="0" err="1"/>
                        <a:t>Total_Trans_Ct</a:t>
                      </a:r>
                      <a:r>
                        <a:rPr lang="es-ES" sz="1100" i="1" dirty="0"/>
                        <a:t>, </a:t>
                      </a:r>
                      <a:r>
                        <a:rPr lang="es-ES" sz="1100" i="1" dirty="0" err="1"/>
                        <a:t>Avg_Utilization_Ratio</a:t>
                      </a:r>
                      <a:r>
                        <a:rPr lang="es-ES" sz="1100" i="1" dirty="0"/>
                        <a:t>, Contacts_Count_12_mon</a:t>
                      </a:r>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7662291"/>
                  </a:ext>
                </a:extLst>
              </a:tr>
              <a:tr h="221797">
                <a:tc>
                  <a:txBody>
                    <a:bodyPr/>
                    <a:lstStyle/>
                    <a:p>
                      <a:r>
                        <a:rPr lang="es-ES" sz="1100" b="1" i="0" dirty="0" err="1"/>
                        <a:t>Behavioral</a:t>
                      </a:r>
                      <a:r>
                        <a:rPr lang="es-ES" sz="1100" b="1" i="0" dirty="0"/>
                        <a:t> Change</a:t>
                      </a:r>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100" i="1" dirty="0"/>
                        <a:t>Total_Amt_Chng_Q4_Q1, Total_Ct_Chng_Q4_Q1</a:t>
                      </a:r>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192048"/>
                  </a:ext>
                </a:extLst>
              </a:tr>
              <a:tr h="221797">
                <a:tc>
                  <a:txBody>
                    <a:bodyPr/>
                    <a:lstStyle/>
                    <a:p>
                      <a:r>
                        <a:rPr lang="es-ES" sz="1100" b="1" i="0" dirty="0" err="1"/>
                        <a:t>Outcome</a:t>
                      </a:r>
                      <a:endParaRPr lang="es-ES" sz="1100" b="1" i="0"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100" i="1" dirty="0" err="1"/>
                        <a:t>Attrition_Flag</a:t>
                      </a:r>
                      <a:endParaRPr lang="es-ES" sz="1100" i="1" dirty="0"/>
                    </a:p>
                  </a:txBody>
                  <a:tcPr marL="55449" marR="55449" marT="27725" marB="27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443634"/>
                  </a:ext>
                </a:extLst>
              </a:tr>
            </a:tbl>
          </a:graphicData>
        </a:graphic>
      </p:graphicFrame>
      <p:sp>
        <p:nvSpPr>
          <p:cNvPr id="5" name="CuadroTexto 4">
            <a:extLst>
              <a:ext uri="{FF2B5EF4-FFF2-40B4-BE49-F238E27FC236}">
                <a16:creationId xmlns:a16="http://schemas.microsoft.com/office/drawing/2014/main" id="{E312C4D6-B47B-5C06-F26E-61AF64169134}"/>
              </a:ext>
            </a:extLst>
          </p:cNvPr>
          <p:cNvSpPr txBox="1"/>
          <p:nvPr/>
        </p:nvSpPr>
        <p:spPr>
          <a:xfrm>
            <a:off x="244944" y="1987896"/>
            <a:ext cx="10479622" cy="2480679"/>
          </a:xfrm>
          <a:prstGeom prst="rect">
            <a:avLst/>
          </a:prstGeom>
          <a:noFill/>
        </p:spPr>
        <p:txBody>
          <a:bodyPr wrap="square">
            <a:spAutoFit/>
          </a:bodyPr>
          <a:lstStyle/>
          <a:p>
            <a:r>
              <a:rPr lang="en-US" sz="1940" b="1" dirty="0"/>
              <a:t>1. Who are the customers?</a:t>
            </a:r>
            <a:br>
              <a:rPr lang="en-US" sz="1940" dirty="0"/>
            </a:br>
            <a:r>
              <a:rPr lang="en-US" sz="1940" dirty="0"/>
              <a:t>Do profile and relationship variables explain differences in churn?</a:t>
            </a:r>
          </a:p>
          <a:p>
            <a:endParaRPr lang="en-US" sz="1940" b="1" dirty="0"/>
          </a:p>
          <a:p>
            <a:r>
              <a:rPr lang="en-US" sz="1940" b="1" dirty="0"/>
              <a:t>2. How is the customer behaving?</a:t>
            </a:r>
            <a:br>
              <a:rPr lang="en-US" sz="1940" dirty="0"/>
            </a:br>
            <a:r>
              <a:rPr lang="en-US" sz="1940" dirty="0"/>
              <a:t>Are there differences in activity, usage, or interaction?</a:t>
            </a:r>
          </a:p>
          <a:p>
            <a:endParaRPr lang="en-US" sz="1940" b="1" dirty="0"/>
          </a:p>
          <a:p>
            <a:r>
              <a:rPr lang="en-US" sz="1940" b="1" dirty="0"/>
              <a:t>3. Is something changing over time?</a:t>
            </a:r>
            <a:br>
              <a:rPr lang="en-US" sz="1940" dirty="0"/>
            </a:br>
            <a:r>
              <a:rPr lang="en-US" sz="1940" dirty="0"/>
              <a:t>Do customers who leave show signs of decline before churn?</a:t>
            </a:r>
          </a:p>
        </p:txBody>
      </p:sp>
    </p:spTree>
    <p:extLst>
      <p:ext uri="{BB962C8B-B14F-4D97-AF65-F5344CB8AC3E}">
        <p14:creationId xmlns:p14="http://schemas.microsoft.com/office/powerpoint/2010/main" val="256146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91C91EF4-0065-A02A-BCFB-0C91E8380579}"/>
              </a:ext>
            </a:extLst>
          </p:cNvPr>
          <p:cNvSpPr txBox="1"/>
          <p:nvPr/>
        </p:nvSpPr>
        <p:spPr>
          <a:xfrm>
            <a:off x="294711" y="896388"/>
            <a:ext cx="12001821" cy="838948"/>
          </a:xfrm>
          <a:prstGeom prst="rect">
            <a:avLst/>
          </a:prstGeom>
          <a:noFill/>
        </p:spPr>
        <p:txBody>
          <a:bodyPr wrap="square">
            <a:spAutoFit/>
          </a:bodyPr>
          <a:lstStyle/>
          <a:p>
            <a:r>
              <a:rPr lang="en-US" sz="2426" b="1" dirty="0"/>
              <a:t>Business Case </a:t>
            </a:r>
          </a:p>
          <a:p>
            <a:r>
              <a:rPr lang="es-ES" sz="2426" b="1" dirty="0"/>
              <a:t>How to explore the data</a:t>
            </a:r>
            <a:endParaRPr lang="en-US" sz="1698" b="1" dirty="0"/>
          </a:p>
        </p:txBody>
      </p:sp>
      <p:sp>
        <p:nvSpPr>
          <p:cNvPr id="6" name="CuadroTexto 5">
            <a:extLst>
              <a:ext uri="{FF2B5EF4-FFF2-40B4-BE49-F238E27FC236}">
                <a16:creationId xmlns:a16="http://schemas.microsoft.com/office/drawing/2014/main" id="{0F92F7FC-EAB8-82B8-F00B-1137AFE8A982}"/>
              </a:ext>
            </a:extLst>
          </p:cNvPr>
          <p:cNvSpPr txBox="1"/>
          <p:nvPr/>
        </p:nvSpPr>
        <p:spPr>
          <a:xfrm>
            <a:off x="244944" y="1769372"/>
            <a:ext cx="11003611" cy="2779222"/>
          </a:xfrm>
          <a:prstGeom prst="rect">
            <a:avLst/>
          </a:prstGeom>
          <a:noFill/>
        </p:spPr>
        <p:txBody>
          <a:bodyPr wrap="square">
            <a:spAutoFit/>
          </a:bodyPr>
          <a:lstStyle/>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a:p>
            <a:endParaRPr lang="en-US" sz="1940" dirty="0"/>
          </a:p>
        </p:txBody>
      </p:sp>
      <p:sp>
        <p:nvSpPr>
          <p:cNvPr id="4" name="CuadroTexto 3">
            <a:extLst>
              <a:ext uri="{FF2B5EF4-FFF2-40B4-BE49-F238E27FC236}">
                <a16:creationId xmlns:a16="http://schemas.microsoft.com/office/drawing/2014/main" id="{FC39274F-C699-F65D-CCB2-65B11339B18E}"/>
              </a:ext>
            </a:extLst>
          </p:cNvPr>
          <p:cNvSpPr txBox="1"/>
          <p:nvPr/>
        </p:nvSpPr>
        <p:spPr>
          <a:xfrm>
            <a:off x="244944" y="1974518"/>
            <a:ext cx="7452080" cy="2107885"/>
          </a:xfrm>
          <a:prstGeom prst="rect">
            <a:avLst/>
          </a:prstGeom>
          <a:noFill/>
        </p:spPr>
        <p:txBody>
          <a:bodyPr wrap="square">
            <a:spAutoFit/>
          </a:bodyPr>
          <a:lstStyle/>
          <a:p>
            <a:r>
              <a:rPr lang="en-US" sz="2183" dirty="0"/>
              <a:t>What differentiates churn vs non-churn customers</a:t>
            </a:r>
          </a:p>
          <a:p>
            <a:endParaRPr lang="en-US" sz="2183" dirty="0"/>
          </a:p>
          <a:p>
            <a:r>
              <a:rPr lang="en-US" sz="2183" dirty="0"/>
              <a:t>“Which signals felt clearer to you?”</a:t>
            </a:r>
            <a:br>
              <a:rPr lang="en-US" sz="2183" dirty="0"/>
            </a:br>
            <a:r>
              <a:rPr lang="en-US" sz="2183" dirty="0"/>
              <a:t>“Which ones were more ambiguous?”</a:t>
            </a:r>
            <a:br>
              <a:rPr lang="en-US" sz="2183" dirty="0"/>
            </a:br>
            <a:r>
              <a:rPr lang="en-US" sz="2183" dirty="0"/>
              <a:t>“Which blocks seem more informative?”</a:t>
            </a:r>
            <a:endParaRPr lang="en-US" sz="1455" dirty="0"/>
          </a:p>
          <a:p>
            <a:endParaRPr lang="es-ES" sz="2183" dirty="0"/>
          </a:p>
        </p:txBody>
      </p:sp>
    </p:spTree>
    <p:extLst>
      <p:ext uri="{BB962C8B-B14F-4D97-AF65-F5344CB8AC3E}">
        <p14:creationId xmlns:p14="http://schemas.microsoft.com/office/powerpoint/2010/main" val="2630144841"/>
      </p:ext>
    </p:extLst>
  </p:cSld>
  <p:clrMapOvr>
    <a:masterClrMapping/>
  </p:clrMapOvr>
</p:sld>
</file>

<file path=ppt/theme/theme1.xml><?xml version="1.0" encoding="utf-8"?>
<a:theme xmlns:a="http://schemas.openxmlformats.org/drawingml/2006/main" name="EAE">
  <a:themeElements>
    <a:clrScheme name="EAE">
      <a:dk1>
        <a:srgbClr val="262929"/>
      </a:dk1>
      <a:lt1>
        <a:srgbClr val="FFFFFF"/>
      </a:lt1>
      <a:dk2>
        <a:srgbClr val="E6E6E6"/>
      </a:dk2>
      <a:lt2>
        <a:srgbClr val="262929"/>
      </a:lt2>
      <a:accent1>
        <a:srgbClr val="EE2737"/>
      </a:accent1>
      <a:accent2>
        <a:srgbClr val="262929"/>
      </a:accent2>
      <a:accent3>
        <a:srgbClr val="F47D87"/>
      </a:accent3>
      <a:accent4>
        <a:srgbClr val="60CBF3"/>
      </a:accent4>
      <a:accent5>
        <a:srgbClr val="D76DCC"/>
      </a:accent5>
      <a:accent6>
        <a:srgbClr val="8ED873"/>
      </a:accent6>
      <a:hlink>
        <a:srgbClr val="86B3BF"/>
      </a:hlink>
      <a:folHlink>
        <a:srgbClr val="C19EB1"/>
      </a:folHlink>
    </a:clrScheme>
    <a:fontScheme name="EA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AE_Business_School_Plantilla_PPT_MAD_patrones.potx" id="{4E142F76-D82F-4882-ADBA-DEC714D78D85}" vid="{935C226E-DE25-47E2-B898-DD898432E27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496</Words>
  <Application>Microsoft Office PowerPoint</Application>
  <PresentationFormat>Panorámica</PresentationFormat>
  <Paragraphs>59</Paragraphs>
  <Slides>3</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Arial</vt:lpstr>
      <vt:lpstr>Arial Black</vt:lpstr>
      <vt:lpstr>Calibri</vt:lpstr>
      <vt:lpstr>EAE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Matias Iannotti</dc:creator>
  <cp:lastModifiedBy>Matias Iannotti</cp:lastModifiedBy>
  <cp:revision>1</cp:revision>
  <dcterms:created xsi:type="dcterms:W3CDTF">2026-04-20T17:40:51Z</dcterms:created>
  <dcterms:modified xsi:type="dcterms:W3CDTF">2026-04-20T17:42:03Z</dcterms:modified>
</cp:coreProperties>
</file>